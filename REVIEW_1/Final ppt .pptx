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7" r:id="rId12"/>
    <p:sldId id="268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9" d="100"/>
          <a:sy n="59" d="100"/>
        </p:scale>
        <p:origin x="34" y="101"/>
      </p:cViewPr>
      <p:guideLst>
        <p:guide orient="horz" pos="20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Boggala" userId="ccfd75c1f052640b" providerId="LiveId" clId="{20F9130A-A156-4335-ACF7-0EA55C097688}"/>
    <pc:docChg chg="modSld">
      <pc:chgData name="Manoj Boggala" userId="ccfd75c1f052640b" providerId="LiveId" clId="{20F9130A-A156-4335-ACF7-0EA55C097688}" dt="2026-05-06T04:53:15.184" v="29" actId="20577"/>
      <pc:docMkLst>
        <pc:docMk/>
      </pc:docMkLst>
      <pc:sldChg chg="modSp mod">
        <pc:chgData name="Manoj Boggala" userId="ccfd75c1f052640b" providerId="LiveId" clId="{20F9130A-A156-4335-ACF7-0EA55C097688}" dt="2026-05-06T04:53:15.184" v="29" actId="20577"/>
        <pc:sldMkLst>
          <pc:docMk/>
          <pc:sldMk cId="0" sldId="256"/>
        </pc:sldMkLst>
        <pc:spChg chg="mod">
          <ac:chgData name="Manoj Boggala" userId="ccfd75c1f052640b" providerId="LiveId" clId="{20F9130A-A156-4335-ACF7-0EA55C097688}" dt="2026-05-06T04:53:15.184" v="29" actId="20577"/>
          <ac:spMkLst>
            <pc:docMk/>
            <pc:sldMk cId="0" sldId="256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20-04-2026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870" y="7866637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B.MANOJ – VTU26671 </a:t>
            </a:r>
            <a:r>
              <a:rPr lang="en-US" altLang="en-US" sz="3000">
                <a:latin typeface="Cambria" panose="02040503050406030204" pitchFamily="18" charset="0"/>
                <a:ea typeface="Cambria" panose="02040503050406030204" pitchFamily="18" charset="0"/>
              </a:rPr>
              <a:t>– 23UECS0067</a:t>
            </a:r>
            <a:endParaRPr lang="en-US" alt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638300"/>
            <a:ext cx="14959330" cy="7395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Campus Event Management System is a web-based application designed to manage college events efficiently.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institutions, event management is handled manually, leading to errors and delays.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digitalize the process of event creation, registration, and management.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upcoming events and register online.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manage event details and track registrations.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accuracy, reduces paperwork, and saves time.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user-friendly interface for both students and admins.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enhances campus event coordination and participation.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870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colleges, event management is not fully automated and depends on manual processes.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inefficiency, data loss, and difficulty in tracking registrations.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issues in knowing event details and registering on time.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struggle to manage large volumes of data manually.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to monitor event participation.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poor coordination and reduced efficiency.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need arises for a reliable and automated system.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simplify event management and improve accuracy.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209800" y="1638300"/>
            <a:ext cx="15082325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To design and develop a web-based system for managing campus events and registrations.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To implement an efficient platform for event creation, registration, and tracking.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8278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 an online platform for event management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admin to add, update, and delete events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securely in a database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errors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between students and admin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registrations and available seats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better organization and efficiency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741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 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indent="0">
              <a:buFontTx/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Explaination: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details, event details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Validation, registration, seat management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stores events and registrations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 list, registration confirmation, admin reports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 descr="ChatGPT Image Apr 19, 2026, 03_18_46 AM"/>
          <p:cNvPicPr>
            <a:picLocks noChangeAspect="1"/>
          </p:cNvPicPr>
          <p:nvPr/>
        </p:nvPicPr>
        <p:blipFill>
          <a:blip r:embed="rId3"/>
          <a:srcRect t="23655" r="-926" b="16026"/>
          <a:stretch>
            <a:fillRect/>
          </a:stretch>
        </p:blipFill>
        <p:spPr>
          <a:xfrm>
            <a:off x="4343400" y="1562100"/>
            <a:ext cx="9753600" cy="3886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 descr="ChatGPT Image Apr 19, 2026, 03_20_41 AM"/>
          <p:cNvPicPr>
            <a:picLocks noChangeAspect="1"/>
          </p:cNvPicPr>
          <p:nvPr/>
        </p:nvPicPr>
        <p:blipFill>
          <a:blip r:embed="rId3"/>
          <a:srcRect l="6199" t="21232" r="2363" b="12185"/>
          <a:stretch>
            <a:fillRect/>
          </a:stretch>
        </p:blipFill>
        <p:spPr>
          <a:xfrm>
            <a:off x="3352800" y="1714500"/>
            <a:ext cx="12778105" cy="62033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Thymeleaf</a:t>
            </a:r>
          </a:p>
          <a:p>
            <a:pPr indent="0"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(Java)</a:t>
            </a:r>
          </a:p>
          <a:p>
            <a:pPr indent="0"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indent="0"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Code, Maven</a:t>
            </a:r>
          </a:p>
          <a:p>
            <a:pPr indent="0"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RAM, i3 Processor</a:t>
            </a:r>
          </a:p>
          <a:p>
            <a:pPr indent="0"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JDK 8+, MySQL Server, Web Browser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7847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 Management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create, update, and delete event details.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Registration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validation and seat checking.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Management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storage and retrieval of event and registration data.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Monitoring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registered students and event participation.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list of events available for students.</a:t>
            </a:r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indent="0"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Page: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to add and manage events.</a:t>
            </a:r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2019300"/>
            <a:ext cx="5285740" cy="29737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5838190"/>
            <a:ext cx="5928995" cy="33350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r>
              <a:rPr lang="en-US" altLang="en-US" sz="2800" b="1" dirty="0">
                <a:sym typeface="+mn-ea"/>
              </a:rPr>
              <a:t>Registration Page:</a:t>
            </a:r>
            <a:endParaRPr lang="en-US" altLang="en-US" sz="2800" b="1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r>
              <a:rPr lang="en-US" altLang="en-US" sz="2800" dirty="0">
                <a:sym typeface="+mn-ea"/>
              </a:rPr>
              <a:t>Students fill details to register for events.</a:t>
            </a:r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r>
              <a:rPr lang="en-US" altLang="en-US" sz="2800" dirty="0">
                <a:sym typeface="+mn-ea"/>
              </a:rPr>
              <a:t>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4016375"/>
            <a:ext cx="9187180" cy="51682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r>
              <a:rPr lang="en-US" altLang="en-US" sz="2800" b="1" dirty="0">
                <a:sym typeface="+mn-ea"/>
              </a:rPr>
              <a:t>Output Page:</a:t>
            </a:r>
            <a:endParaRPr lang="en-US" altLang="en-US" sz="2800" b="1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r>
              <a:rPr lang="en-US" altLang="en-US" sz="2800" dirty="0">
                <a:sym typeface="+mn-ea"/>
              </a:rPr>
              <a:t>Shows successful registration confirmation.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866" t="462" r="-35" b="-551"/>
          <a:stretch>
            <a:fillRect/>
          </a:stretch>
        </p:blipFill>
        <p:spPr>
          <a:xfrm>
            <a:off x="4800600" y="3850640"/>
            <a:ext cx="9534525" cy="5413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76600" y="1790700"/>
            <a:ext cx="12930505" cy="7152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interface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Saves time</a:t>
            </a:r>
          </a:p>
          <a:p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Limitations: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(can be improved)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campus-level usage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703</Words>
  <Application>Microsoft Office PowerPoint</Application>
  <PresentationFormat>Custom</PresentationFormat>
  <Paragraphs>286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Gotham Bold Italics</vt:lpstr>
      <vt:lpstr>Gotham</vt:lpstr>
      <vt:lpstr>Cambria</vt:lpstr>
      <vt:lpstr>Arial</vt:lpstr>
      <vt:lpstr>Wingdings</vt:lpstr>
      <vt:lpstr>Bookman Old Style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/>
  <cp:lastModifiedBy>Manoj Boggala</cp:lastModifiedBy>
  <cp:revision>11</cp:revision>
  <dcterms:created xsi:type="dcterms:W3CDTF">2006-08-16T00:00:00Z</dcterms:created>
  <dcterms:modified xsi:type="dcterms:W3CDTF">2026-05-06T04:53:15Z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B7F0E31FD07C4BEE98DABFB123BD4319_12</vt:lpwstr>
  </property>
</Properties>
</file>