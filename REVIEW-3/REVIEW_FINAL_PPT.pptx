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37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33CC"/>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6649700" y="0"/>
            <a:ext cx="1638300" cy="1638300"/>
          </a:xfrm>
          <a:prstGeom prst="rect">
            <a:avLst/>
          </a:prstGeom>
        </p:spPr>
      </p:pic>
      <p:sp>
        <p:nvSpPr>
          <p:cNvPr id="17" name="bg object 17"/>
          <p:cNvSpPr/>
          <p:nvPr/>
        </p:nvSpPr>
        <p:spPr>
          <a:xfrm>
            <a:off x="16476916" y="926220"/>
            <a:ext cx="1811655" cy="8420100"/>
          </a:xfrm>
          <a:custGeom>
            <a:avLst/>
            <a:gdLst/>
            <a:ahLst/>
            <a:cxnLst/>
            <a:rect l="l" t="t" r="r" b="b"/>
            <a:pathLst>
              <a:path w="1811655" h="8420100">
                <a:moveTo>
                  <a:pt x="1811083" y="8420100"/>
                </a:moveTo>
                <a:lnTo>
                  <a:pt x="1750174" y="8356600"/>
                </a:lnTo>
                <a:lnTo>
                  <a:pt x="1676095" y="8280400"/>
                </a:lnTo>
                <a:lnTo>
                  <a:pt x="1603336" y="8204200"/>
                </a:lnTo>
                <a:lnTo>
                  <a:pt x="1555584" y="8153400"/>
                </a:lnTo>
                <a:lnTo>
                  <a:pt x="1508429" y="8102600"/>
                </a:lnTo>
                <a:lnTo>
                  <a:pt x="1461897" y="8051800"/>
                </a:lnTo>
                <a:lnTo>
                  <a:pt x="1415961" y="8001000"/>
                </a:lnTo>
                <a:lnTo>
                  <a:pt x="1370660" y="7950200"/>
                </a:lnTo>
                <a:lnTo>
                  <a:pt x="1325981" y="7899400"/>
                </a:lnTo>
                <a:lnTo>
                  <a:pt x="1303870" y="7861300"/>
                </a:lnTo>
                <a:lnTo>
                  <a:pt x="1260144" y="7810500"/>
                </a:lnTo>
                <a:lnTo>
                  <a:pt x="1217053" y="7759700"/>
                </a:lnTo>
                <a:lnTo>
                  <a:pt x="1174610" y="7708900"/>
                </a:lnTo>
                <a:lnTo>
                  <a:pt x="1153642" y="7670800"/>
                </a:lnTo>
                <a:lnTo>
                  <a:pt x="1132827" y="7645400"/>
                </a:lnTo>
                <a:lnTo>
                  <a:pt x="1091692" y="7594600"/>
                </a:lnTo>
                <a:lnTo>
                  <a:pt x="1071372" y="7556500"/>
                </a:lnTo>
                <a:lnTo>
                  <a:pt x="1051217" y="7531100"/>
                </a:lnTo>
                <a:lnTo>
                  <a:pt x="1031227" y="7505700"/>
                </a:lnTo>
                <a:lnTo>
                  <a:pt x="1011415" y="7480300"/>
                </a:lnTo>
                <a:lnTo>
                  <a:pt x="991768" y="7442200"/>
                </a:lnTo>
                <a:lnTo>
                  <a:pt x="972286" y="7416800"/>
                </a:lnTo>
                <a:lnTo>
                  <a:pt x="952982" y="7391400"/>
                </a:lnTo>
                <a:lnTo>
                  <a:pt x="933843" y="7353300"/>
                </a:lnTo>
                <a:lnTo>
                  <a:pt x="914869" y="7327900"/>
                </a:lnTo>
                <a:lnTo>
                  <a:pt x="896073" y="7302500"/>
                </a:lnTo>
                <a:lnTo>
                  <a:pt x="877455" y="7277100"/>
                </a:lnTo>
                <a:lnTo>
                  <a:pt x="859015" y="7239000"/>
                </a:lnTo>
                <a:lnTo>
                  <a:pt x="840740" y="7213600"/>
                </a:lnTo>
                <a:lnTo>
                  <a:pt x="822642" y="7175500"/>
                </a:lnTo>
                <a:lnTo>
                  <a:pt x="804710" y="7150100"/>
                </a:lnTo>
                <a:lnTo>
                  <a:pt x="786968" y="7124700"/>
                </a:lnTo>
                <a:lnTo>
                  <a:pt x="769404" y="7086600"/>
                </a:lnTo>
                <a:lnTo>
                  <a:pt x="752005" y="7061200"/>
                </a:lnTo>
                <a:lnTo>
                  <a:pt x="734796" y="7035800"/>
                </a:lnTo>
                <a:lnTo>
                  <a:pt x="717765" y="6997700"/>
                </a:lnTo>
                <a:lnTo>
                  <a:pt x="700913" y="6972300"/>
                </a:lnTo>
                <a:lnTo>
                  <a:pt x="684237" y="6934200"/>
                </a:lnTo>
                <a:lnTo>
                  <a:pt x="667740" y="6908800"/>
                </a:lnTo>
                <a:lnTo>
                  <a:pt x="651433" y="6870700"/>
                </a:lnTo>
                <a:lnTo>
                  <a:pt x="635304" y="6845300"/>
                </a:lnTo>
                <a:lnTo>
                  <a:pt x="619366" y="6807200"/>
                </a:lnTo>
                <a:lnTo>
                  <a:pt x="603605" y="6781800"/>
                </a:lnTo>
                <a:lnTo>
                  <a:pt x="588035" y="6743700"/>
                </a:lnTo>
                <a:lnTo>
                  <a:pt x="572642" y="6718300"/>
                </a:lnTo>
                <a:lnTo>
                  <a:pt x="557453" y="6680200"/>
                </a:lnTo>
                <a:lnTo>
                  <a:pt x="542429" y="6654800"/>
                </a:lnTo>
                <a:lnTo>
                  <a:pt x="527608" y="6616700"/>
                </a:lnTo>
                <a:lnTo>
                  <a:pt x="512978" y="6591300"/>
                </a:lnTo>
                <a:lnTo>
                  <a:pt x="498525" y="6553200"/>
                </a:lnTo>
                <a:lnTo>
                  <a:pt x="484276" y="6527800"/>
                </a:lnTo>
                <a:lnTo>
                  <a:pt x="470204" y="6489700"/>
                </a:lnTo>
                <a:lnTo>
                  <a:pt x="456336" y="6464300"/>
                </a:lnTo>
                <a:lnTo>
                  <a:pt x="442645" y="6426200"/>
                </a:lnTo>
                <a:lnTo>
                  <a:pt x="429158" y="6400800"/>
                </a:lnTo>
                <a:lnTo>
                  <a:pt x="415861" y="6362700"/>
                </a:lnTo>
                <a:lnTo>
                  <a:pt x="402767" y="6324600"/>
                </a:lnTo>
                <a:lnTo>
                  <a:pt x="389864" y="6299200"/>
                </a:lnTo>
                <a:lnTo>
                  <a:pt x="377151" y="6261100"/>
                </a:lnTo>
                <a:lnTo>
                  <a:pt x="364642" y="6235700"/>
                </a:lnTo>
                <a:lnTo>
                  <a:pt x="352323" y="6197600"/>
                </a:lnTo>
                <a:lnTo>
                  <a:pt x="340207" y="6159500"/>
                </a:lnTo>
                <a:lnTo>
                  <a:pt x="328282" y="6134100"/>
                </a:lnTo>
                <a:lnTo>
                  <a:pt x="316572" y="6096000"/>
                </a:lnTo>
                <a:lnTo>
                  <a:pt x="305053" y="6057900"/>
                </a:lnTo>
                <a:lnTo>
                  <a:pt x="293725" y="6032500"/>
                </a:lnTo>
                <a:lnTo>
                  <a:pt x="282613" y="5994400"/>
                </a:lnTo>
                <a:lnTo>
                  <a:pt x="271703" y="5956300"/>
                </a:lnTo>
                <a:lnTo>
                  <a:pt x="260984" y="5930900"/>
                </a:lnTo>
                <a:lnTo>
                  <a:pt x="250482" y="5892800"/>
                </a:lnTo>
                <a:lnTo>
                  <a:pt x="240182" y="5854700"/>
                </a:lnTo>
                <a:lnTo>
                  <a:pt x="230085" y="5829300"/>
                </a:lnTo>
                <a:lnTo>
                  <a:pt x="220192" y="5791200"/>
                </a:lnTo>
                <a:lnTo>
                  <a:pt x="210515" y="5753100"/>
                </a:lnTo>
                <a:lnTo>
                  <a:pt x="201040" y="5715000"/>
                </a:lnTo>
                <a:lnTo>
                  <a:pt x="191769" y="5689600"/>
                </a:lnTo>
                <a:lnTo>
                  <a:pt x="182714" y="5651500"/>
                </a:lnTo>
                <a:lnTo>
                  <a:pt x="173863" y="5613400"/>
                </a:lnTo>
                <a:lnTo>
                  <a:pt x="165226" y="5575300"/>
                </a:lnTo>
                <a:lnTo>
                  <a:pt x="156794" y="5549900"/>
                </a:lnTo>
                <a:lnTo>
                  <a:pt x="148577" y="5511800"/>
                </a:lnTo>
                <a:lnTo>
                  <a:pt x="140576" y="5473700"/>
                </a:lnTo>
                <a:lnTo>
                  <a:pt x="132778" y="5435600"/>
                </a:lnTo>
                <a:lnTo>
                  <a:pt x="125209" y="5410200"/>
                </a:lnTo>
                <a:lnTo>
                  <a:pt x="117843" y="5372100"/>
                </a:lnTo>
                <a:lnTo>
                  <a:pt x="110705" y="5334000"/>
                </a:lnTo>
                <a:lnTo>
                  <a:pt x="103771" y="5295900"/>
                </a:lnTo>
                <a:lnTo>
                  <a:pt x="97053" y="5257800"/>
                </a:lnTo>
                <a:lnTo>
                  <a:pt x="90563" y="5232400"/>
                </a:lnTo>
                <a:lnTo>
                  <a:pt x="84289" y="5194300"/>
                </a:lnTo>
                <a:lnTo>
                  <a:pt x="78232" y="5156200"/>
                </a:lnTo>
                <a:lnTo>
                  <a:pt x="72390" y="5118100"/>
                </a:lnTo>
                <a:lnTo>
                  <a:pt x="66776" y="5080000"/>
                </a:lnTo>
                <a:lnTo>
                  <a:pt x="61379" y="5041900"/>
                </a:lnTo>
                <a:lnTo>
                  <a:pt x="56197" y="5016500"/>
                </a:lnTo>
                <a:lnTo>
                  <a:pt x="51244" y="4978400"/>
                </a:lnTo>
                <a:lnTo>
                  <a:pt x="46520" y="4940300"/>
                </a:lnTo>
                <a:lnTo>
                  <a:pt x="42011" y="4902200"/>
                </a:lnTo>
                <a:lnTo>
                  <a:pt x="37731" y="4864100"/>
                </a:lnTo>
                <a:lnTo>
                  <a:pt x="33680" y="4826000"/>
                </a:lnTo>
                <a:lnTo>
                  <a:pt x="29844" y="4787900"/>
                </a:lnTo>
                <a:lnTo>
                  <a:pt x="26238" y="4762500"/>
                </a:lnTo>
                <a:lnTo>
                  <a:pt x="22872" y="4724400"/>
                </a:lnTo>
                <a:lnTo>
                  <a:pt x="19723" y="4686300"/>
                </a:lnTo>
                <a:lnTo>
                  <a:pt x="16802" y="4648200"/>
                </a:lnTo>
                <a:lnTo>
                  <a:pt x="14109" y="4610100"/>
                </a:lnTo>
                <a:lnTo>
                  <a:pt x="11658" y="4572000"/>
                </a:lnTo>
                <a:lnTo>
                  <a:pt x="9423" y="4533900"/>
                </a:lnTo>
                <a:lnTo>
                  <a:pt x="7429" y="4495800"/>
                </a:lnTo>
                <a:lnTo>
                  <a:pt x="5664" y="4457700"/>
                </a:lnTo>
                <a:lnTo>
                  <a:pt x="4140" y="4419600"/>
                </a:lnTo>
                <a:lnTo>
                  <a:pt x="2832" y="4381500"/>
                </a:lnTo>
                <a:lnTo>
                  <a:pt x="1778" y="4356100"/>
                </a:lnTo>
                <a:lnTo>
                  <a:pt x="939" y="4318000"/>
                </a:lnTo>
                <a:lnTo>
                  <a:pt x="355" y="4279900"/>
                </a:lnTo>
                <a:lnTo>
                  <a:pt x="0" y="4241800"/>
                </a:lnTo>
                <a:lnTo>
                  <a:pt x="105" y="4152900"/>
                </a:lnTo>
                <a:lnTo>
                  <a:pt x="237" y="4140200"/>
                </a:lnTo>
                <a:lnTo>
                  <a:pt x="355" y="4127500"/>
                </a:lnTo>
                <a:lnTo>
                  <a:pt x="939" y="4089400"/>
                </a:lnTo>
                <a:lnTo>
                  <a:pt x="1778" y="4051300"/>
                </a:lnTo>
                <a:lnTo>
                  <a:pt x="2832" y="4013200"/>
                </a:lnTo>
                <a:lnTo>
                  <a:pt x="4140" y="3975100"/>
                </a:lnTo>
                <a:lnTo>
                  <a:pt x="5664" y="3937000"/>
                </a:lnTo>
                <a:lnTo>
                  <a:pt x="7429" y="3898900"/>
                </a:lnTo>
                <a:lnTo>
                  <a:pt x="9423" y="3860800"/>
                </a:lnTo>
                <a:lnTo>
                  <a:pt x="11658" y="3822700"/>
                </a:lnTo>
                <a:lnTo>
                  <a:pt x="14109" y="3784600"/>
                </a:lnTo>
                <a:lnTo>
                  <a:pt x="16802" y="3759200"/>
                </a:lnTo>
                <a:lnTo>
                  <a:pt x="19723" y="3721100"/>
                </a:lnTo>
                <a:lnTo>
                  <a:pt x="22872" y="3683000"/>
                </a:lnTo>
                <a:lnTo>
                  <a:pt x="26238" y="3644900"/>
                </a:lnTo>
                <a:lnTo>
                  <a:pt x="29844" y="3606800"/>
                </a:lnTo>
                <a:lnTo>
                  <a:pt x="33680" y="3568700"/>
                </a:lnTo>
                <a:lnTo>
                  <a:pt x="37731" y="3530600"/>
                </a:lnTo>
                <a:lnTo>
                  <a:pt x="42011" y="3492500"/>
                </a:lnTo>
                <a:lnTo>
                  <a:pt x="46520" y="3467100"/>
                </a:lnTo>
                <a:lnTo>
                  <a:pt x="51244" y="3429000"/>
                </a:lnTo>
                <a:lnTo>
                  <a:pt x="56197" y="3390900"/>
                </a:lnTo>
                <a:lnTo>
                  <a:pt x="61379" y="3352800"/>
                </a:lnTo>
                <a:lnTo>
                  <a:pt x="66776" y="3314700"/>
                </a:lnTo>
                <a:lnTo>
                  <a:pt x="72390" y="3276600"/>
                </a:lnTo>
                <a:lnTo>
                  <a:pt x="78232" y="3238500"/>
                </a:lnTo>
                <a:lnTo>
                  <a:pt x="84289" y="3213100"/>
                </a:lnTo>
                <a:lnTo>
                  <a:pt x="90563" y="3175000"/>
                </a:lnTo>
                <a:lnTo>
                  <a:pt x="97053" y="3136900"/>
                </a:lnTo>
                <a:lnTo>
                  <a:pt x="103771" y="3098800"/>
                </a:lnTo>
                <a:lnTo>
                  <a:pt x="110705" y="3060700"/>
                </a:lnTo>
                <a:lnTo>
                  <a:pt x="117843" y="3035300"/>
                </a:lnTo>
                <a:lnTo>
                  <a:pt x="125209" y="2997200"/>
                </a:lnTo>
                <a:lnTo>
                  <a:pt x="132778" y="2959100"/>
                </a:lnTo>
                <a:lnTo>
                  <a:pt x="140576" y="2921000"/>
                </a:lnTo>
                <a:lnTo>
                  <a:pt x="148577" y="2882900"/>
                </a:lnTo>
                <a:lnTo>
                  <a:pt x="156794" y="2857500"/>
                </a:lnTo>
                <a:lnTo>
                  <a:pt x="165226" y="2819400"/>
                </a:lnTo>
                <a:lnTo>
                  <a:pt x="173863" y="2781300"/>
                </a:lnTo>
                <a:lnTo>
                  <a:pt x="182714" y="2743200"/>
                </a:lnTo>
                <a:lnTo>
                  <a:pt x="191769" y="2717800"/>
                </a:lnTo>
                <a:lnTo>
                  <a:pt x="201040" y="2679700"/>
                </a:lnTo>
                <a:lnTo>
                  <a:pt x="210515" y="2641600"/>
                </a:lnTo>
                <a:lnTo>
                  <a:pt x="220192" y="2616200"/>
                </a:lnTo>
                <a:lnTo>
                  <a:pt x="230085" y="2578100"/>
                </a:lnTo>
                <a:lnTo>
                  <a:pt x="240182" y="2540000"/>
                </a:lnTo>
                <a:lnTo>
                  <a:pt x="250482" y="2501900"/>
                </a:lnTo>
                <a:lnTo>
                  <a:pt x="260984" y="2476500"/>
                </a:lnTo>
                <a:lnTo>
                  <a:pt x="271703" y="2438400"/>
                </a:lnTo>
                <a:lnTo>
                  <a:pt x="282613" y="2400300"/>
                </a:lnTo>
                <a:lnTo>
                  <a:pt x="293725" y="2374900"/>
                </a:lnTo>
                <a:lnTo>
                  <a:pt x="305053" y="2336800"/>
                </a:lnTo>
                <a:lnTo>
                  <a:pt x="316572" y="2298700"/>
                </a:lnTo>
                <a:lnTo>
                  <a:pt x="328282" y="2273300"/>
                </a:lnTo>
                <a:lnTo>
                  <a:pt x="340207" y="2235200"/>
                </a:lnTo>
                <a:lnTo>
                  <a:pt x="352323" y="2209800"/>
                </a:lnTo>
                <a:lnTo>
                  <a:pt x="364642" y="2171700"/>
                </a:lnTo>
                <a:lnTo>
                  <a:pt x="377151" y="2133600"/>
                </a:lnTo>
                <a:lnTo>
                  <a:pt x="389864" y="2108200"/>
                </a:lnTo>
                <a:lnTo>
                  <a:pt x="402767" y="2070100"/>
                </a:lnTo>
                <a:lnTo>
                  <a:pt x="415861" y="2032000"/>
                </a:lnTo>
                <a:lnTo>
                  <a:pt x="429158" y="2006600"/>
                </a:lnTo>
                <a:lnTo>
                  <a:pt x="442645" y="1968500"/>
                </a:lnTo>
                <a:lnTo>
                  <a:pt x="456336" y="1943100"/>
                </a:lnTo>
                <a:lnTo>
                  <a:pt x="470204" y="1905000"/>
                </a:lnTo>
                <a:lnTo>
                  <a:pt x="484276" y="1879600"/>
                </a:lnTo>
                <a:lnTo>
                  <a:pt x="498525" y="1841500"/>
                </a:lnTo>
                <a:lnTo>
                  <a:pt x="512978" y="1816100"/>
                </a:lnTo>
                <a:lnTo>
                  <a:pt x="527608" y="1778000"/>
                </a:lnTo>
                <a:lnTo>
                  <a:pt x="542429" y="1752600"/>
                </a:lnTo>
                <a:lnTo>
                  <a:pt x="557453" y="1714500"/>
                </a:lnTo>
                <a:lnTo>
                  <a:pt x="572642" y="1676400"/>
                </a:lnTo>
                <a:lnTo>
                  <a:pt x="588035" y="1651000"/>
                </a:lnTo>
                <a:lnTo>
                  <a:pt x="603605" y="1625600"/>
                </a:lnTo>
                <a:lnTo>
                  <a:pt x="619366" y="1587500"/>
                </a:lnTo>
                <a:lnTo>
                  <a:pt x="635304" y="1562100"/>
                </a:lnTo>
                <a:lnTo>
                  <a:pt x="651433" y="1524000"/>
                </a:lnTo>
                <a:lnTo>
                  <a:pt x="667740" y="1498600"/>
                </a:lnTo>
                <a:lnTo>
                  <a:pt x="684237" y="1460500"/>
                </a:lnTo>
                <a:lnTo>
                  <a:pt x="700913" y="1435100"/>
                </a:lnTo>
                <a:lnTo>
                  <a:pt x="717765" y="1397000"/>
                </a:lnTo>
                <a:lnTo>
                  <a:pt x="734796" y="1371600"/>
                </a:lnTo>
                <a:lnTo>
                  <a:pt x="752005" y="1346200"/>
                </a:lnTo>
                <a:lnTo>
                  <a:pt x="769404" y="1308100"/>
                </a:lnTo>
                <a:lnTo>
                  <a:pt x="786968" y="1282700"/>
                </a:lnTo>
                <a:lnTo>
                  <a:pt x="804710" y="1244600"/>
                </a:lnTo>
                <a:lnTo>
                  <a:pt x="822642" y="1219200"/>
                </a:lnTo>
                <a:lnTo>
                  <a:pt x="840740" y="1193800"/>
                </a:lnTo>
                <a:lnTo>
                  <a:pt x="859015" y="1155700"/>
                </a:lnTo>
                <a:lnTo>
                  <a:pt x="877455" y="1130300"/>
                </a:lnTo>
                <a:lnTo>
                  <a:pt x="896073" y="1104900"/>
                </a:lnTo>
                <a:lnTo>
                  <a:pt x="914869" y="1066800"/>
                </a:lnTo>
                <a:lnTo>
                  <a:pt x="933843" y="1041400"/>
                </a:lnTo>
                <a:lnTo>
                  <a:pt x="952982" y="1016000"/>
                </a:lnTo>
                <a:lnTo>
                  <a:pt x="972286" y="977900"/>
                </a:lnTo>
                <a:lnTo>
                  <a:pt x="991768" y="952500"/>
                </a:lnTo>
                <a:lnTo>
                  <a:pt x="1011415" y="927100"/>
                </a:lnTo>
                <a:lnTo>
                  <a:pt x="1031227" y="901700"/>
                </a:lnTo>
                <a:lnTo>
                  <a:pt x="1051217" y="863600"/>
                </a:lnTo>
                <a:lnTo>
                  <a:pt x="1071372" y="838200"/>
                </a:lnTo>
                <a:lnTo>
                  <a:pt x="1091692" y="812800"/>
                </a:lnTo>
                <a:lnTo>
                  <a:pt x="1112177" y="787400"/>
                </a:lnTo>
                <a:lnTo>
                  <a:pt x="1132827" y="749300"/>
                </a:lnTo>
                <a:lnTo>
                  <a:pt x="1174610" y="698500"/>
                </a:lnTo>
                <a:lnTo>
                  <a:pt x="1217053" y="647700"/>
                </a:lnTo>
                <a:lnTo>
                  <a:pt x="1238516" y="609600"/>
                </a:lnTo>
                <a:lnTo>
                  <a:pt x="1260144" y="584200"/>
                </a:lnTo>
                <a:lnTo>
                  <a:pt x="1303870" y="533400"/>
                </a:lnTo>
                <a:lnTo>
                  <a:pt x="1348244" y="482600"/>
                </a:lnTo>
                <a:lnTo>
                  <a:pt x="1393240" y="431800"/>
                </a:lnTo>
                <a:lnTo>
                  <a:pt x="1415961" y="393700"/>
                </a:lnTo>
                <a:lnTo>
                  <a:pt x="1461897" y="342900"/>
                </a:lnTo>
                <a:lnTo>
                  <a:pt x="1508429" y="292100"/>
                </a:lnTo>
                <a:lnTo>
                  <a:pt x="1555584" y="241300"/>
                </a:lnTo>
                <a:lnTo>
                  <a:pt x="1603336" y="190500"/>
                </a:lnTo>
                <a:lnTo>
                  <a:pt x="1651698" y="139700"/>
                </a:lnTo>
                <a:lnTo>
                  <a:pt x="1725333" y="63500"/>
                </a:lnTo>
                <a:lnTo>
                  <a:pt x="1750174" y="50800"/>
                </a:lnTo>
                <a:lnTo>
                  <a:pt x="1775155" y="25400"/>
                </a:lnTo>
                <a:lnTo>
                  <a:pt x="1811083" y="0"/>
                </a:lnTo>
                <a:lnTo>
                  <a:pt x="1811083" y="901700"/>
                </a:lnTo>
                <a:lnTo>
                  <a:pt x="1804085" y="901700"/>
                </a:lnTo>
                <a:lnTo>
                  <a:pt x="1783156" y="927100"/>
                </a:lnTo>
                <a:lnTo>
                  <a:pt x="1784324" y="927100"/>
                </a:lnTo>
                <a:lnTo>
                  <a:pt x="1763534" y="952500"/>
                </a:lnTo>
                <a:lnTo>
                  <a:pt x="1764703" y="952500"/>
                </a:lnTo>
                <a:lnTo>
                  <a:pt x="1744065" y="977900"/>
                </a:lnTo>
                <a:lnTo>
                  <a:pt x="1745221" y="977900"/>
                </a:lnTo>
                <a:lnTo>
                  <a:pt x="1734985" y="990600"/>
                </a:lnTo>
                <a:lnTo>
                  <a:pt x="1725891" y="990600"/>
                </a:lnTo>
                <a:lnTo>
                  <a:pt x="1712336" y="1016000"/>
                </a:lnTo>
                <a:lnTo>
                  <a:pt x="1706702" y="1016000"/>
                </a:lnTo>
                <a:lnTo>
                  <a:pt x="1686521" y="1041400"/>
                </a:lnTo>
                <a:lnTo>
                  <a:pt x="1687652" y="1041400"/>
                </a:lnTo>
                <a:lnTo>
                  <a:pt x="1667636" y="1066800"/>
                </a:lnTo>
                <a:lnTo>
                  <a:pt x="1668754" y="1066800"/>
                </a:lnTo>
                <a:lnTo>
                  <a:pt x="1648891" y="1092200"/>
                </a:lnTo>
                <a:lnTo>
                  <a:pt x="1649996" y="1092200"/>
                </a:lnTo>
                <a:lnTo>
                  <a:pt x="1630299" y="1117600"/>
                </a:lnTo>
                <a:lnTo>
                  <a:pt x="1631391" y="1117600"/>
                </a:lnTo>
                <a:lnTo>
                  <a:pt x="1611845" y="1143000"/>
                </a:lnTo>
                <a:lnTo>
                  <a:pt x="1612938" y="1143000"/>
                </a:lnTo>
                <a:lnTo>
                  <a:pt x="1593545" y="1168400"/>
                </a:lnTo>
                <a:lnTo>
                  <a:pt x="1594624" y="1168400"/>
                </a:lnTo>
                <a:lnTo>
                  <a:pt x="1575384" y="1193800"/>
                </a:lnTo>
                <a:lnTo>
                  <a:pt x="1576463" y="1193800"/>
                </a:lnTo>
                <a:lnTo>
                  <a:pt x="1557375" y="1219200"/>
                </a:lnTo>
                <a:lnTo>
                  <a:pt x="1558442" y="1219200"/>
                </a:lnTo>
                <a:lnTo>
                  <a:pt x="1539532" y="1244600"/>
                </a:lnTo>
                <a:lnTo>
                  <a:pt x="1540586" y="1244600"/>
                </a:lnTo>
                <a:lnTo>
                  <a:pt x="1521828" y="1270000"/>
                </a:lnTo>
                <a:lnTo>
                  <a:pt x="1522869" y="1270000"/>
                </a:lnTo>
                <a:lnTo>
                  <a:pt x="1504264" y="1295400"/>
                </a:lnTo>
                <a:lnTo>
                  <a:pt x="1505305" y="1295400"/>
                </a:lnTo>
                <a:lnTo>
                  <a:pt x="1486865" y="1320800"/>
                </a:lnTo>
                <a:lnTo>
                  <a:pt x="1487893" y="1320800"/>
                </a:lnTo>
                <a:lnTo>
                  <a:pt x="1475710" y="1346200"/>
                </a:lnTo>
                <a:lnTo>
                  <a:pt x="1470634" y="1346200"/>
                </a:lnTo>
                <a:lnTo>
                  <a:pt x="1458561" y="1371600"/>
                </a:lnTo>
                <a:lnTo>
                  <a:pt x="1453540" y="1371600"/>
                </a:lnTo>
                <a:lnTo>
                  <a:pt x="1435582" y="1409700"/>
                </a:lnTo>
                <a:lnTo>
                  <a:pt x="1436585" y="1409700"/>
                </a:lnTo>
                <a:lnTo>
                  <a:pt x="1418793" y="1435100"/>
                </a:lnTo>
                <a:lnTo>
                  <a:pt x="1419783" y="1435100"/>
                </a:lnTo>
                <a:lnTo>
                  <a:pt x="1402156" y="1460500"/>
                </a:lnTo>
                <a:lnTo>
                  <a:pt x="1403146" y="1460500"/>
                </a:lnTo>
                <a:lnTo>
                  <a:pt x="1385684" y="1485900"/>
                </a:lnTo>
                <a:lnTo>
                  <a:pt x="1386662" y="1485900"/>
                </a:lnTo>
                <a:lnTo>
                  <a:pt x="1369364" y="1511300"/>
                </a:lnTo>
                <a:lnTo>
                  <a:pt x="1370330" y="1511300"/>
                </a:lnTo>
                <a:lnTo>
                  <a:pt x="1353197" y="1536700"/>
                </a:lnTo>
                <a:lnTo>
                  <a:pt x="1354150" y="1536700"/>
                </a:lnTo>
                <a:lnTo>
                  <a:pt x="1337195" y="1562100"/>
                </a:lnTo>
                <a:lnTo>
                  <a:pt x="1338135" y="1562100"/>
                </a:lnTo>
                <a:lnTo>
                  <a:pt x="1321346" y="1587500"/>
                </a:lnTo>
                <a:lnTo>
                  <a:pt x="1322285" y="1587500"/>
                </a:lnTo>
                <a:lnTo>
                  <a:pt x="1305648" y="1612900"/>
                </a:lnTo>
                <a:lnTo>
                  <a:pt x="1306588" y="1612900"/>
                </a:lnTo>
                <a:lnTo>
                  <a:pt x="1295607" y="1638300"/>
                </a:lnTo>
                <a:lnTo>
                  <a:pt x="1291043" y="1638300"/>
                </a:lnTo>
                <a:lnTo>
                  <a:pt x="1274749" y="1676400"/>
                </a:lnTo>
                <a:lnTo>
                  <a:pt x="1275664" y="1676400"/>
                </a:lnTo>
                <a:lnTo>
                  <a:pt x="1259547" y="1701800"/>
                </a:lnTo>
                <a:lnTo>
                  <a:pt x="1260449" y="1701800"/>
                </a:lnTo>
                <a:lnTo>
                  <a:pt x="1244498" y="1727200"/>
                </a:lnTo>
                <a:lnTo>
                  <a:pt x="1245387" y="1727200"/>
                </a:lnTo>
                <a:lnTo>
                  <a:pt x="1229601" y="1752600"/>
                </a:lnTo>
                <a:lnTo>
                  <a:pt x="1230490" y="1752600"/>
                </a:lnTo>
                <a:lnTo>
                  <a:pt x="1214882" y="1778000"/>
                </a:lnTo>
                <a:lnTo>
                  <a:pt x="1215758" y="1778000"/>
                </a:lnTo>
                <a:lnTo>
                  <a:pt x="1200327" y="1816100"/>
                </a:lnTo>
                <a:lnTo>
                  <a:pt x="1201191" y="1816100"/>
                </a:lnTo>
                <a:lnTo>
                  <a:pt x="1185926" y="1841500"/>
                </a:lnTo>
                <a:lnTo>
                  <a:pt x="1186789" y="1841500"/>
                </a:lnTo>
                <a:lnTo>
                  <a:pt x="1171702" y="1866900"/>
                </a:lnTo>
                <a:lnTo>
                  <a:pt x="1172540" y="1866900"/>
                </a:lnTo>
                <a:lnTo>
                  <a:pt x="1157630" y="1892300"/>
                </a:lnTo>
                <a:lnTo>
                  <a:pt x="1158468" y="1892300"/>
                </a:lnTo>
                <a:lnTo>
                  <a:pt x="1143723" y="1917700"/>
                </a:lnTo>
                <a:lnTo>
                  <a:pt x="1144562" y="1917700"/>
                </a:lnTo>
                <a:lnTo>
                  <a:pt x="1129995" y="1955800"/>
                </a:lnTo>
                <a:lnTo>
                  <a:pt x="1130807" y="1955800"/>
                </a:lnTo>
                <a:lnTo>
                  <a:pt x="1116418" y="1981200"/>
                </a:lnTo>
                <a:lnTo>
                  <a:pt x="1117231" y="1981200"/>
                </a:lnTo>
                <a:lnTo>
                  <a:pt x="1103020" y="2006600"/>
                </a:lnTo>
                <a:lnTo>
                  <a:pt x="1103820" y="2006600"/>
                </a:lnTo>
                <a:lnTo>
                  <a:pt x="1089786" y="2032000"/>
                </a:lnTo>
                <a:lnTo>
                  <a:pt x="1090587" y="2032000"/>
                </a:lnTo>
                <a:lnTo>
                  <a:pt x="1076731" y="2070100"/>
                </a:lnTo>
                <a:lnTo>
                  <a:pt x="1077506" y="2070100"/>
                </a:lnTo>
                <a:lnTo>
                  <a:pt x="1063840" y="2095500"/>
                </a:lnTo>
                <a:lnTo>
                  <a:pt x="1064602" y="2095500"/>
                </a:lnTo>
                <a:lnTo>
                  <a:pt x="1051115" y="2120900"/>
                </a:lnTo>
                <a:lnTo>
                  <a:pt x="1051864" y="2120900"/>
                </a:lnTo>
                <a:lnTo>
                  <a:pt x="1042991" y="2146300"/>
                </a:lnTo>
                <a:lnTo>
                  <a:pt x="1039304" y="2146300"/>
                </a:lnTo>
                <a:lnTo>
                  <a:pt x="1026172" y="2184400"/>
                </a:lnTo>
                <a:lnTo>
                  <a:pt x="1026922" y="2184400"/>
                </a:lnTo>
                <a:lnTo>
                  <a:pt x="1013967" y="2209800"/>
                </a:lnTo>
                <a:lnTo>
                  <a:pt x="1014691" y="2209800"/>
                </a:lnTo>
                <a:lnTo>
                  <a:pt x="1001928" y="2235200"/>
                </a:lnTo>
                <a:lnTo>
                  <a:pt x="1002652" y="2235200"/>
                </a:lnTo>
                <a:lnTo>
                  <a:pt x="990066" y="2273300"/>
                </a:lnTo>
                <a:lnTo>
                  <a:pt x="990777" y="2273300"/>
                </a:lnTo>
                <a:lnTo>
                  <a:pt x="978382" y="2298700"/>
                </a:lnTo>
                <a:lnTo>
                  <a:pt x="979081" y="2298700"/>
                </a:lnTo>
                <a:lnTo>
                  <a:pt x="966863" y="2324100"/>
                </a:lnTo>
                <a:lnTo>
                  <a:pt x="967549" y="2324100"/>
                </a:lnTo>
                <a:lnTo>
                  <a:pt x="955522" y="2362200"/>
                </a:lnTo>
                <a:lnTo>
                  <a:pt x="956195" y="2362200"/>
                </a:lnTo>
                <a:lnTo>
                  <a:pt x="944359" y="2387600"/>
                </a:lnTo>
                <a:lnTo>
                  <a:pt x="945032" y="2387600"/>
                </a:lnTo>
                <a:lnTo>
                  <a:pt x="933373" y="2413000"/>
                </a:lnTo>
                <a:lnTo>
                  <a:pt x="934034" y="2413000"/>
                </a:lnTo>
                <a:lnTo>
                  <a:pt x="922566" y="2451100"/>
                </a:lnTo>
                <a:lnTo>
                  <a:pt x="923213" y="2451100"/>
                </a:lnTo>
                <a:lnTo>
                  <a:pt x="911923" y="2476500"/>
                </a:lnTo>
                <a:lnTo>
                  <a:pt x="912558" y="2476500"/>
                </a:lnTo>
                <a:lnTo>
                  <a:pt x="901471" y="2501900"/>
                </a:lnTo>
                <a:lnTo>
                  <a:pt x="902093" y="2501900"/>
                </a:lnTo>
                <a:lnTo>
                  <a:pt x="891197" y="2540000"/>
                </a:lnTo>
                <a:lnTo>
                  <a:pt x="891806" y="2540000"/>
                </a:lnTo>
                <a:lnTo>
                  <a:pt x="881100" y="2565400"/>
                </a:lnTo>
                <a:lnTo>
                  <a:pt x="881697" y="2565400"/>
                </a:lnTo>
                <a:lnTo>
                  <a:pt x="874687" y="2590800"/>
                </a:lnTo>
                <a:lnTo>
                  <a:pt x="871778" y="2590800"/>
                </a:lnTo>
                <a:lnTo>
                  <a:pt x="861453" y="2628900"/>
                </a:lnTo>
                <a:lnTo>
                  <a:pt x="862025" y="2628900"/>
                </a:lnTo>
                <a:lnTo>
                  <a:pt x="851890" y="2654300"/>
                </a:lnTo>
                <a:lnTo>
                  <a:pt x="852462" y="2654300"/>
                </a:lnTo>
                <a:lnTo>
                  <a:pt x="842517" y="2692400"/>
                </a:lnTo>
                <a:lnTo>
                  <a:pt x="843076" y="2692400"/>
                </a:lnTo>
                <a:lnTo>
                  <a:pt x="833335" y="2717800"/>
                </a:lnTo>
                <a:lnTo>
                  <a:pt x="833882" y="2717800"/>
                </a:lnTo>
                <a:lnTo>
                  <a:pt x="827515" y="2743200"/>
                </a:lnTo>
                <a:lnTo>
                  <a:pt x="824865" y="2743200"/>
                </a:lnTo>
                <a:lnTo>
                  <a:pt x="815505" y="2781300"/>
                </a:lnTo>
                <a:lnTo>
                  <a:pt x="816025" y="2781300"/>
                </a:lnTo>
                <a:lnTo>
                  <a:pt x="806869" y="2806700"/>
                </a:lnTo>
                <a:lnTo>
                  <a:pt x="807377" y="2806700"/>
                </a:lnTo>
                <a:lnTo>
                  <a:pt x="798410" y="2844800"/>
                </a:lnTo>
                <a:lnTo>
                  <a:pt x="798918" y="2844800"/>
                </a:lnTo>
                <a:lnTo>
                  <a:pt x="790143" y="2870200"/>
                </a:lnTo>
                <a:lnTo>
                  <a:pt x="790638" y="2870200"/>
                </a:lnTo>
                <a:lnTo>
                  <a:pt x="782065" y="2908300"/>
                </a:lnTo>
                <a:lnTo>
                  <a:pt x="782548" y="2908300"/>
                </a:lnTo>
                <a:lnTo>
                  <a:pt x="774179" y="2933700"/>
                </a:lnTo>
                <a:lnTo>
                  <a:pt x="774649" y="2933700"/>
                </a:lnTo>
                <a:lnTo>
                  <a:pt x="769196" y="2959100"/>
                </a:lnTo>
                <a:lnTo>
                  <a:pt x="766927" y="2959100"/>
                </a:lnTo>
                <a:lnTo>
                  <a:pt x="758951" y="2997200"/>
                </a:lnTo>
                <a:lnTo>
                  <a:pt x="759396" y="2997200"/>
                </a:lnTo>
                <a:lnTo>
                  <a:pt x="754214" y="3022600"/>
                </a:lnTo>
                <a:lnTo>
                  <a:pt x="752055" y="3022600"/>
                </a:lnTo>
                <a:lnTo>
                  <a:pt x="744486" y="3060700"/>
                </a:lnTo>
                <a:lnTo>
                  <a:pt x="744905" y="3060700"/>
                </a:lnTo>
                <a:lnTo>
                  <a:pt x="737539" y="3086100"/>
                </a:lnTo>
                <a:lnTo>
                  <a:pt x="737946" y="3086100"/>
                </a:lnTo>
                <a:lnTo>
                  <a:pt x="730770" y="3124200"/>
                </a:lnTo>
                <a:lnTo>
                  <a:pt x="731177" y="3124200"/>
                </a:lnTo>
                <a:lnTo>
                  <a:pt x="724204" y="3149600"/>
                </a:lnTo>
                <a:lnTo>
                  <a:pt x="724598" y="3149600"/>
                </a:lnTo>
                <a:lnTo>
                  <a:pt x="717829" y="3187700"/>
                </a:lnTo>
                <a:lnTo>
                  <a:pt x="718210" y="3187700"/>
                </a:lnTo>
                <a:lnTo>
                  <a:pt x="711657" y="3213100"/>
                </a:lnTo>
                <a:lnTo>
                  <a:pt x="712012" y="3213100"/>
                </a:lnTo>
                <a:lnTo>
                  <a:pt x="705662" y="3251200"/>
                </a:lnTo>
                <a:lnTo>
                  <a:pt x="706018" y="3251200"/>
                </a:lnTo>
                <a:lnTo>
                  <a:pt x="699871" y="3276600"/>
                </a:lnTo>
                <a:lnTo>
                  <a:pt x="700214" y="3276600"/>
                </a:lnTo>
                <a:lnTo>
                  <a:pt x="694270" y="3314700"/>
                </a:lnTo>
                <a:lnTo>
                  <a:pt x="694601" y="3314700"/>
                </a:lnTo>
                <a:lnTo>
                  <a:pt x="690774" y="3340100"/>
                </a:lnTo>
                <a:lnTo>
                  <a:pt x="689178" y="3340100"/>
                </a:lnTo>
                <a:lnTo>
                  <a:pt x="683653" y="3378200"/>
                </a:lnTo>
                <a:lnTo>
                  <a:pt x="683958" y="3378200"/>
                </a:lnTo>
                <a:lnTo>
                  <a:pt x="680419" y="3403600"/>
                </a:lnTo>
                <a:lnTo>
                  <a:pt x="678942" y="3403600"/>
                </a:lnTo>
                <a:lnTo>
                  <a:pt x="673836" y="3441700"/>
                </a:lnTo>
                <a:lnTo>
                  <a:pt x="674115" y="3441700"/>
                </a:lnTo>
                <a:lnTo>
                  <a:pt x="670847" y="3467100"/>
                </a:lnTo>
                <a:lnTo>
                  <a:pt x="669480" y="3467100"/>
                </a:lnTo>
                <a:lnTo>
                  <a:pt x="664794" y="3505200"/>
                </a:lnTo>
                <a:lnTo>
                  <a:pt x="665048" y="3505200"/>
                </a:lnTo>
                <a:lnTo>
                  <a:pt x="660577" y="3543300"/>
                </a:lnTo>
                <a:lnTo>
                  <a:pt x="660819" y="3543300"/>
                </a:lnTo>
                <a:lnTo>
                  <a:pt x="656551" y="3568700"/>
                </a:lnTo>
                <a:lnTo>
                  <a:pt x="656793" y="3568700"/>
                </a:lnTo>
                <a:lnTo>
                  <a:pt x="652741" y="3606800"/>
                </a:lnTo>
                <a:lnTo>
                  <a:pt x="652957" y="3606800"/>
                </a:lnTo>
                <a:lnTo>
                  <a:pt x="649122" y="3632200"/>
                </a:lnTo>
                <a:lnTo>
                  <a:pt x="649325" y="3632200"/>
                </a:lnTo>
                <a:lnTo>
                  <a:pt x="645706" y="3670300"/>
                </a:lnTo>
                <a:lnTo>
                  <a:pt x="645896" y="3670300"/>
                </a:lnTo>
                <a:lnTo>
                  <a:pt x="643627" y="3695700"/>
                </a:lnTo>
                <a:lnTo>
                  <a:pt x="642670" y="3695700"/>
                </a:lnTo>
                <a:lnTo>
                  <a:pt x="639483" y="3733800"/>
                </a:lnTo>
                <a:lnTo>
                  <a:pt x="639648" y="3733800"/>
                </a:lnTo>
                <a:lnTo>
                  <a:pt x="636663" y="3771900"/>
                </a:lnTo>
                <a:lnTo>
                  <a:pt x="636828" y="3771900"/>
                </a:lnTo>
                <a:lnTo>
                  <a:pt x="634072" y="3797300"/>
                </a:lnTo>
                <a:lnTo>
                  <a:pt x="634212" y="3797300"/>
                </a:lnTo>
                <a:lnTo>
                  <a:pt x="631799" y="3835400"/>
                </a:lnTo>
                <a:lnTo>
                  <a:pt x="630250" y="3860800"/>
                </a:lnTo>
                <a:lnTo>
                  <a:pt x="629602" y="3860800"/>
                </a:lnTo>
                <a:lnTo>
                  <a:pt x="627595" y="3898900"/>
                </a:lnTo>
                <a:lnTo>
                  <a:pt x="625805" y="3937000"/>
                </a:lnTo>
                <a:lnTo>
                  <a:pt x="624230" y="3962400"/>
                </a:lnTo>
                <a:lnTo>
                  <a:pt x="622846" y="4000500"/>
                </a:lnTo>
                <a:lnTo>
                  <a:pt x="622033" y="4025900"/>
                </a:lnTo>
                <a:lnTo>
                  <a:pt x="621677" y="4025900"/>
                </a:lnTo>
                <a:lnTo>
                  <a:pt x="620725" y="4064000"/>
                </a:lnTo>
                <a:lnTo>
                  <a:pt x="619975" y="4102100"/>
                </a:lnTo>
                <a:lnTo>
                  <a:pt x="619603" y="4127500"/>
                </a:lnTo>
                <a:lnTo>
                  <a:pt x="619442" y="4127500"/>
                </a:lnTo>
                <a:lnTo>
                  <a:pt x="619332" y="4140200"/>
                </a:lnTo>
                <a:lnTo>
                  <a:pt x="619210" y="4152900"/>
                </a:lnTo>
                <a:lnTo>
                  <a:pt x="619205" y="4241800"/>
                </a:lnTo>
                <a:lnTo>
                  <a:pt x="619417" y="4267200"/>
                </a:lnTo>
                <a:lnTo>
                  <a:pt x="619937" y="4305300"/>
                </a:lnTo>
                <a:lnTo>
                  <a:pt x="620674" y="4330700"/>
                </a:lnTo>
                <a:lnTo>
                  <a:pt x="621626" y="4368800"/>
                </a:lnTo>
                <a:lnTo>
                  <a:pt x="622846" y="4406900"/>
                </a:lnTo>
                <a:lnTo>
                  <a:pt x="623227" y="4406900"/>
                </a:lnTo>
                <a:lnTo>
                  <a:pt x="624141" y="4432300"/>
                </a:lnTo>
                <a:lnTo>
                  <a:pt x="625716" y="4470400"/>
                </a:lnTo>
                <a:lnTo>
                  <a:pt x="627494" y="4495800"/>
                </a:lnTo>
                <a:lnTo>
                  <a:pt x="629475" y="4533900"/>
                </a:lnTo>
                <a:lnTo>
                  <a:pt x="631672" y="4572000"/>
                </a:lnTo>
                <a:lnTo>
                  <a:pt x="634212" y="4597400"/>
                </a:lnTo>
                <a:lnTo>
                  <a:pt x="634072" y="4597400"/>
                </a:lnTo>
                <a:lnTo>
                  <a:pt x="636828" y="4635500"/>
                </a:lnTo>
                <a:lnTo>
                  <a:pt x="636663" y="4635500"/>
                </a:lnTo>
                <a:lnTo>
                  <a:pt x="639648" y="4660900"/>
                </a:lnTo>
                <a:lnTo>
                  <a:pt x="639483" y="4660900"/>
                </a:lnTo>
                <a:lnTo>
                  <a:pt x="642670" y="4699000"/>
                </a:lnTo>
                <a:lnTo>
                  <a:pt x="642492" y="4699000"/>
                </a:lnTo>
                <a:lnTo>
                  <a:pt x="645896" y="4737100"/>
                </a:lnTo>
                <a:lnTo>
                  <a:pt x="646912" y="4737100"/>
                </a:lnTo>
                <a:lnTo>
                  <a:pt x="649325" y="4762500"/>
                </a:lnTo>
                <a:lnTo>
                  <a:pt x="649122" y="4762500"/>
                </a:lnTo>
                <a:lnTo>
                  <a:pt x="652957" y="4800600"/>
                </a:lnTo>
                <a:lnTo>
                  <a:pt x="652741" y="4800600"/>
                </a:lnTo>
                <a:lnTo>
                  <a:pt x="656793" y="4826000"/>
                </a:lnTo>
                <a:lnTo>
                  <a:pt x="656551" y="4826000"/>
                </a:lnTo>
                <a:lnTo>
                  <a:pt x="660819" y="4864100"/>
                </a:lnTo>
                <a:lnTo>
                  <a:pt x="660577" y="4864100"/>
                </a:lnTo>
                <a:lnTo>
                  <a:pt x="665048" y="4889500"/>
                </a:lnTo>
                <a:lnTo>
                  <a:pt x="664794" y="4889500"/>
                </a:lnTo>
                <a:lnTo>
                  <a:pt x="669480" y="4927600"/>
                </a:lnTo>
                <a:lnTo>
                  <a:pt x="669213" y="4927600"/>
                </a:lnTo>
                <a:lnTo>
                  <a:pt x="674115" y="4965700"/>
                </a:lnTo>
                <a:lnTo>
                  <a:pt x="675538" y="4965700"/>
                </a:lnTo>
                <a:lnTo>
                  <a:pt x="678942" y="4991100"/>
                </a:lnTo>
                <a:lnTo>
                  <a:pt x="678649" y="4991100"/>
                </a:lnTo>
                <a:lnTo>
                  <a:pt x="683958" y="5029200"/>
                </a:lnTo>
                <a:lnTo>
                  <a:pt x="685495" y="5029200"/>
                </a:lnTo>
                <a:lnTo>
                  <a:pt x="689178" y="5054600"/>
                </a:lnTo>
                <a:lnTo>
                  <a:pt x="688860" y="5054600"/>
                </a:lnTo>
                <a:lnTo>
                  <a:pt x="694601" y="5092700"/>
                </a:lnTo>
                <a:lnTo>
                  <a:pt x="696252" y="5092700"/>
                </a:lnTo>
                <a:lnTo>
                  <a:pt x="700214" y="5118100"/>
                </a:lnTo>
                <a:lnTo>
                  <a:pt x="699871" y="5118100"/>
                </a:lnTo>
                <a:lnTo>
                  <a:pt x="706018" y="5156200"/>
                </a:lnTo>
                <a:lnTo>
                  <a:pt x="707779" y="5156200"/>
                </a:lnTo>
                <a:lnTo>
                  <a:pt x="712012" y="5181600"/>
                </a:lnTo>
                <a:lnTo>
                  <a:pt x="711657" y="5181600"/>
                </a:lnTo>
                <a:lnTo>
                  <a:pt x="718210" y="5219700"/>
                </a:lnTo>
                <a:lnTo>
                  <a:pt x="717829" y="5219700"/>
                </a:lnTo>
                <a:lnTo>
                  <a:pt x="724598" y="5245100"/>
                </a:lnTo>
                <a:lnTo>
                  <a:pt x="724204" y="5245100"/>
                </a:lnTo>
                <a:lnTo>
                  <a:pt x="731177" y="5283200"/>
                </a:lnTo>
                <a:lnTo>
                  <a:pt x="733162" y="5283200"/>
                </a:lnTo>
                <a:lnTo>
                  <a:pt x="737946" y="5308600"/>
                </a:lnTo>
                <a:lnTo>
                  <a:pt x="737539" y="5308600"/>
                </a:lnTo>
                <a:lnTo>
                  <a:pt x="744905" y="5346700"/>
                </a:lnTo>
                <a:lnTo>
                  <a:pt x="747009" y="5346700"/>
                </a:lnTo>
                <a:lnTo>
                  <a:pt x="752055" y="5372100"/>
                </a:lnTo>
                <a:lnTo>
                  <a:pt x="751624" y="5372100"/>
                </a:lnTo>
                <a:lnTo>
                  <a:pt x="759396" y="5410200"/>
                </a:lnTo>
                <a:lnTo>
                  <a:pt x="761610" y="5410200"/>
                </a:lnTo>
                <a:lnTo>
                  <a:pt x="766927" y="5435600"/>
                </a:lnTo>
                <a:lnTo>
                  <a:pt x="766470" y="5435600"/>
                </a:lnTo>
                <a:lnTo>
                  <a:pt x="774649" y="5461000"/>
                </a:lnTo>
                <a:lnTo>
                  <a:pt x="774179" y="5461000"/>
                </a:lnTo>
                <a:lnTo>
                  <a:pt x="782548" y="5499100"/>
                </a:lnTo>
                <a:lnTo>
                  <a:pt x="782065" y="5499100"/>
                </a:lnTo>
                <a:lnTo>
                  <a:pt x="790638" y="5524500"/>
                </a:lnTo>
                <a:lnTo>
                  <a:pt x="790143" y="5524500"/>
                </a:lnTo>
                <a:lnTo>
                  <a:pt x="798918" y="5562600"/>
                </a:lnTo>
                <a:lnTo>
                  <a:pt x="798410" y="5562600"/>
                </a:lnTo>
                <a:lnTo>
                  <a:pt x="807377" y="5588000"/>
                </a:lnTo>
                <a:lnTo>
                  <a:pt x="806869" y="5588000"/>
                </a:lnTo>
                <a:lnTo>
                  <a:pt x="816025" y="5626100"/>
                </a:lnTo>
                <a:lnTo>
                  <a:pt x="818625" y="5626100"/>
                </a:lnTo>
                <a:lnTo>
                  <a:pt x="824865" y="5651500"/>
                </a:lnTo>
                <a:lnTo>
                  <a:pt x="824331" y="5651500"/>
                </a:lnTo>
                <a:lnTo>
                  <a:pt x="833882" y="5676900"/>
                </a:lnTo>
                <a:lnTo>
                  <a:pt x="833335" y="5676900"/>
                </a:lnTo>
                <a:lnTo>
                  <a:pt x="843076" y="5715000"/>
                </a:lnTo>
                <a:lnTo>
                  <a:pt x="842517" y="5715000"/>
                </a:lnTo>
                <a:lnTo>
                  <a:pt x="852462" y="5740400"/>
                </a:lnTo>
                <a:lnTo>
                  <a:pt x="851890" y="5740400"/>
                </a:lnTo>
                <a:lnTo>
                  <a:pt x="862025" y="5778500"/>
                </a:lnTo>
                <a:lnTo>
                  <a:pt x="861453" y="5778500"/>
                </a:lnTo>
                <a:lnTo>
                  <a:pt x="871778" y="5803900"/>
                </a:lnTo>
                <a:lnTo>
                  <a:pt x="871181" y="5803900"/>
                </a:lnTo>
                <a:lnTo>
                  <a:pt x="881697" y="5829300"/>
                </a:lnTo>
                <a:lnTo>
                  <a:pt x="881100" y="5829300"/>
                </a:lnTo>
                <a:lnTo>
                  <a:pt x="891806" y="5867400"/>
                </a:lnTo>
                <a:lnTo>
                  <a:pt x="891197" y="5867400"/>
                </a:lnTo>
                <a:lnTo>
                  <a:pt x="902093" y="5892800"/>
                </a:lnTo>
                <a:lnTo>
                  <a:pt x="901471" y="5892800"/>
                </a:lnTo>
                <a:lnTo>
                  <a:pt x="912558" y="5930900"/>
                </a:lnTo>
                <a:lnTo>
                  <a:pt x="915686" y="5930900"/>
                </a:lnTo>
                <a:lnTo>
                  <a:pt x="923213" y="5956300"/>
                </a:lnTo>
                <a:lnTo>
                  <a:pt x="922566" y="5956300"/>
                </a:lnTo>
                <a:lnTo>
                  <a:pt x="934034" y="5981700"/>
                </a:lnTo>
                <a:lnTo>
                  <a:pt x="933373" y="5981700"/>
                </a:lnTo>
                <a:lnTo>
                  <a:pt x="945032" y="6019800"/>
                </a:lnTo>
                <a:lnTo>
                  <a:pt x="948304" y="6019800"/>
                </a:lnTo>
                <a:lnTo>
                  <a:pt x="956195" y="6045200"/>
                </a:lnTo>
                <a:lnTo>
                  <a:pt x="955522" y="6045200"/>
                </a:lnTo>
                <a:lnTo>
                  <a:pt x="967549" y="6070600"/>
                </a:lnTo>
                <a:lnTo>
                  <a:pt x="966863" y="6070600"/>
                </a:lnTo>
                <a:lnTo>
                  <a:pt x="979081" y="6108700"/>
                </a:lnTo>
                <a:lnTo>
                  <a:pt x="982514" y="6108700"/>
                </a:lnTo>
                <a:lnTo>
                  <a:pt x="990777" y="6134100"/>
                </a:lnTo>
                <a:lnTo>
                  <a:pt x="990066" y="6134100"/>
                </a:lnTo>
                <a:lnTo>
                  <a:pt x="1002652" y="6159500"/>
                </a:lnTo>
                <a:lnTo>
                  <a:pt x="1001928" y="6159500"/>
                </a:lnTo>
                <a:lnTo>
                  <a:pt x="1014691" y="6184900"/>
                </a:lnTo>
                <a:lnTo>
                  <a:pt x="1013967" y="6184900"/>
                </a:lnTo>
                <a:lnTo>
                  <a:pt x="1026922" y="6223000"/>
                </a:lnTo>
                <a:lnTo>
                  <a:pt x="1026172" y="6223000"/>
                </a:lnTo>
                <a:lnTo>
                  <a:pt x="1039304" y="6248400"/>
                </a:lnTo>
                <a:lnTo>
                  <a:pt x="1038555" y="6248400"/>
                </a:lnTo>
                <a:lnTo>
                  <a:pt x="1051864" y="6273800"/>
                </a:lnTo>
                <a:lnTo>
                  <a:pt x="1051115" y="6273800"/>
                </a:lnTo>
                <a:lnTo>
                  <a:pt x="1064602" y="6311900"/>
                </a:lnTo>
                <a:lnTo>
                  <a:pt x="1068395" y="6311900"/>
                </a:lnTo>
                <a:lnTo>
                  <a:pt x="1077506" y="6337300"/>
                </a:lnTo>
                <a:lnTo>
                  <a:pt x="1076731" y="6337300"/>
                </a:lnTo>
                <a:lnTo>
                  <a:pt x="1090587" y="6362700"/>
                </a:lnTo>
                <a:lnTo>
                  <a:pt x="1089786" y="6362700"/>
                </a:lnTo>
                <a:lnTo>
                  <a:pt x="1103820" y="6388100"/>
                </a:lnTo>
                <a:lnTo>
                  <a:pt x="1103020" y="6388100"/>
                </a:lnTo>
                <a:lnTo>
                  <a:pt x="1117231" y="6426200"/>
                </a:lnTo>
                <a:lnTo>
                  <a:pt x="1116418" y="6426200"/>
                </a:lnTo>
                <a:lnTo>
                  <a:pt x="1130807" y="6451600"/>
                </a:lnTo>
                <a:lnTo>
                  <a:pt x="1129995" y="6451600"/>
                </a:lnTo>
                <a:lnTo>
                  <a:pt x="1144562" y="6477000"/>
                </a:lnTo>
                <a:lnTo>
                  <a:pt x="1143723" y="6477000"/>
                </a:lnTo>
                <a:lnTo>
                  <a:pt x="1158468" y="6502400"/>
                </a:lnTo>
                <a:lnTo>
                  <a:pt x="1157630" y="6502400"/>
                </a:lnTo>
                <a:lnTo>
                  <a:pt x="1172540" y="6540500"/>
                </a:lnTo>
                <a:lnTo>
                  <a:pt x="1176731" y="6540500"/>
                </a:lnTo>
                <a:lnTo>
                  <a:pt x="1186789" y="6565900"/>
                </a:lnTo>
                <a:lnTo>
                  <a:pt x="1185926" y="6565900"/>
                </a:lnTo>
                <a:lnTo>
                  <a:pt x="1201191" y="6591300"/>
                </a:lnTo>
                <a:lnTo>
                  <a:pt x="1200327" y="6591300"/>
                </a:lnTo>
                <a:lnTo>
                  <a:pt x="1215758" y="6616700"/>
                </a:lnTo>
                <a:lnTo>
                  <a:pt x="1214882" y="6616700"/>
                </a:lnTo>
                <a:lnTo>
                  <a:pt x="1230490" y="6642100"/>
                </a:lnTo>
                <a:lnTo>
                  <a:pt x="1229601" y="6642100"/>
                </a:lnTo>
                <a:lnTo>
                  <a:pt x="1245387" y="6667500"/>
                </a:lnTo>
                <a:lnTo>
                  <a:pt x="1244498" y="6667500"/>
                </a:lnTo>
                <a:lnTo>
                  <a:pt x="1260449" y="6705600"/>
                </a:lnTo>
                <a:lnTo>
                  <a:pt x="1259547" y="6705600"/>
                </a:lnTo>
                <a:lnTo>
                  <a:pt x="1275664" y="6731000"/>
                </a:lnTo>
                <a:lnTo>
                  <a:pt x="1274749" y="6731000"/>
                </a:lnTo>
                <a:lnTo>
                  <a:pt x="1291043" y="6756400"/>
                </a:lnTo>
                <a:lnTo>
                  <a:pt x="1290116" y="6756400"/>
                </a:lnTo>
                <a:lnTo>
                  <a:pt x="1306588" y="6781800"/>
                </a:lnTo>
                <a:lnTo>
                  <a:pt x="1305648" y="6781800"/>
                </a:lnTo>
                <a:lnTo>
                  <a:pt x="1322285" y="6807200"/>
                </a:lnTo>
                <a:lnTo>
                  <a:pt x="1321346" y="6807200"/>
                </a:lnTo>
                <a:lnTo>
                  <a:pt x="1338135" y="6832600"/>
                </a:lnTo>
                <a:lnTo>
                  <a:pt x="1337195" y="6832600"/>
                </a:lnTo>
                <a:lnTo>
                  <a:pt x="1354150" y="6858000"/>
                </a:lnTo>
                <a:lnTo>
                  <a:pt x="1353197" y="6858000"/>
                </a:lnTo>
                <a:lnTo>
                  <a:pt x="1370330" y="6896100"/>
                </a:lnTo>
                <a:lnTo>
                  <a:pt x="1375130" y="6896100"/>
                </a:lnTo>
                <a:lnTo>
                  <a:pt x="1386662" y="6921500"/>
                </a:lnTo>
                <a:lnTo>
                  <a:pt x="1385684" y="6921500"/>
                </a:lnTo>
                <a:lnTo>
                  <a:pt x="1403146" y="6946900"/>
                </a:lnTo>
                <a:lnTo>
                  <a:pt x="1402156" y="6946900"/>
                </a:lnTo>
                <a:lnTo>
                  <a:pt x="1419783" y="6972300"/>
                </a:lnTo>
                <a:lnTo>
                  <a:pt x="1418793" y="6972300"/>
                </a:lnTo>
                <a:lnTo>
                  <a:pt x="1436585" y="6997700"/>
                </a:lnTo>
                <a:lnTo>
                  <a:pt x="1435582" y="6997700"/>
                </a:lnTo>
                <a:lnTo>
                  <a:pt x="1453540" y="7023100"/>
                </a:lnTo>
                <a:lnTo>
                  <a:pt x="1452524" y="7023100"/>
                </a:lnTo>
                <a:lnTo>
                  <a:pt x="1470634" y="7048500"/>
                </a:lnTo>
                <a:lnTo>
                  <a:pt x="1469618" y="7048500"/>
                </a:lnTo>
                <a:lnTo>
                  <a:pt x="1487893" y="7073900"/>
                </a:lnTo>
                <a:lnTo>
                  <a:pt x="1486865" y="7073900"/>
                </a:lnTo>
                <a:lnTo>
                  <a:pt x="1505305" y="7099300"/>
                </a:lnTo>
                <a:lnTo>
                  <a:pt x="1504264" y="7099300"/>
                </a:lnTo>
                <a:lnTo>
                  <a:pt x="1522869" y="7124700"/>
                </a:lnTo>
                <a:lnTo>
                  <a:pt x="1521828" y="7124700"/>
                </a:lnTo>
                <a:lnTo>
                  <a:pt x="1540586" y="7150100"/>
                </a:lnTo>
                <a:lnTo>
                  <a:pt x="1539532" y="7150100"/>
                </a:lnTo>
                <a:lnTo>
                  <a:pt x="1558442" y="7175500"/>
                </a:lnTo>
                <a:lnTo>
                  <a:pt x="1557375" y="7175500"/>
                </a:lnTo>
                <a:lnTo>
                  <a:pt x="1576463" y="7200900"/>
                </a:lnTo>
                <a:lnTo>
                  <a:pt x="1575384" y="7200900"/>
                </a:lnTo>
                <a:lnTo>
                  <a:pt x="1594624" y="7226300"/>
                </a:lnTo>
                <a:lnTo>
                  <a:pt x="1593545" y="7226300"/>
                </a:lnTo>
                <a:lnTo>
                  <a:pt x="1612938" y="7251700"/>
                </a:lnTo>
                <a:lnTo>
                  <a:pt x="1611845" y="7251700"/>
                </a:lnTo>
                <a:lnTo>
                  <a:pt x="1631391" y="7277100"/>
                </a:lnTo>
                <a:lnTo>
                  <a:pt x="1630299" y="7277100"/>
                </a:lnTo>
                <a:lnTo>
                  <a:pt x="1649996" y="7302500"/>
                </a:lnTo>
                <a:lnTo>
                  <a:pt x="1648891" y="7302500"/>
                </a:lnTo>
                <a:lnTo>
                  <a:pt x="1668754" y="7327900"/>
                </a:lnTo>
                <a:lnTo>
                  <a:pt x="1667636" y="7327900"/>
                </a:lnTo>
                <a:lnTo>
                  <a:pt x="1687652" y="7353300"/>
                </a:lnTo>
                <a:lnTo>
                  <a:pt x="1686521" y="7353300"/>
                </a:lnTo>
                <a:lnTo>
                  <a:pt x="1706702" y="7378700"/>
                </a:lnTo>
                <a:lnTo>
                  <a:pt x="1705559" y="7378700"/>
                </a:lnTo>
                <a:lnTo>
                  <a:pt x="1725891" y="7404100"/>
                </a:lnTo>
                <a:lnTo>
                  <a:pt x="1724748" y="7404100"/>
                </a:lnTo>
                <a:lnTo>
                  <a:pt x="1745221" y="7429500"/>
                </a:lnTo>
                <a:lnTo>
                  <a:pt x="1744065" y="7429500"/>
                </a:lnTo>
                <a:lnTo>
                  <a:pt x="1764703" y="7454900"/>
                </a:lnTo>
                <a:lnTo>
                  <a:pt x="1763534" y="7454900"/>
                </a:lnTo>
                <a:lnTo>
                  <a:pt x="1784324" y="7480300"/>
                </a:lnTo>
                <a:lnTo>
                  <a:pt x="1783156" y="7480300"/>
                </a:lnTo>
                <a:lnTo>
                  <a:pt x="1804085" y="7505700"/>
                </a:lnTo>
                <a:lnTo>
                  <a:pt x="1811083" y="7505700"/>
                </a:lnTo>
                <a:lnTo>
                  <a:pt x="1811083" y="8420100"/>
                </a:lnTo>
                <a:close/>
              </a:path>
              <a:path w="1811655" h="8420100">
                <a:moveTo>
                  <a:pt x="1724748" y="1003300"/>
                </a:moveTo>
                <a:lnTo>
                  <a:pt x="1725891" y="990600"/>
                </a:lnTo>
                <a:lnTo>
                  <a:pt x="1734985" y="990600"/>
                </a:lnTo>
                <a:lnTo>
                  <a:pt x="1724748" y="1003300"/>
                </a:lnTo>
                <a:close/>
              </a:path>
              <a:path w="1811655" h="8420100">
                <a:moveTo>
                  <a:pt x="1705559" y="1028700"/>
                </a:moveTo>
                <a:lnTo>
                  <a:pt x="1706702" y="1016000"/>
                </a:lnTo>
                <a:lnTo>
                  <a:pt x="1712336" y="1016000"/>
                </a:lnTo>
                <a:lnTo>
                  <a:pt x="1705559" y="1028700"/>
                </a:lnTo>
                <a:close/>
              </a:path>
              <a:path w="1811655" h="8420100">
                <a:moveTo>
                  <a:pt x="1469618" y="1358900"/>
                </a:moveTo>
                <a:lnTo>
                  <a:pt x="1470634" y="1346200"/>
                </a:lnTo>
                <a:lnTo>
                  <a:pt x="1475710" y="1346200"/>
                </a:lnTo>
                <a:lnTo>
                  <a:pt x="1469618" y="1358900"/>
                </a:lnTo>
                <a:close/>
              </a:path>
              <a:path w="1811655" h="8420100">
                <a:moveTo>
                  <a:pt x="1452524" y="1384300"/>
                </a:moveTo>
                <a:lnTo>
                  <a:pt x="1453540" y="1371600"/>
                </a:lnTo>
                <a:lnTo>
                  <a:pt x="1458561" y="1371600"/>
                </a:lnTo>
                <a:lnTo>
                  <a:pt x="1452524" y="1384300"/>
                </a:lnTo>
                <a:close/>
              </a:path>
              <a:path w="1811655" h="8420100">
                <a:moveTo>
                  <a:pt x="1290116" y="1651000"/>
                </a:moveTo>
                <a:lnTo>
                  <a:pt x="1291043" y="1638300"/>
                </a:lnTo>
                <a:lnTo>
                  <a:pt x="1295607" y="1638300"/>
                </a:lnTo>
                <a:lnTo>
                  <a:pt x="1290116" y="1651000"/>
                </a:lnTo>
                <a:close/>
              </a:path>
              <a:path w="1811655" h="8420100">
                <a:moveTo>
                  <a:pt x="1038555" y="2159000"/>
                </a:moveTo>
                <a:lnTo>
                  <a:pt x="1039304" y="2146300"/>
                </a:lnTo>
                <a:lnTo>
                  <a:pt x="1042991" y="2146300"/>
                </a:lnTo>
                <a:lnTo>
                  <a:pt x="1038555" y="2159000"/>
                </a:lnTo>
                <a:close/>
              </a:path>
              <a:path w="1811655" h="8420100">
                <a:moveTo>
                  <a:pt x="871181" y="2603500"/>
                </a:moveTo>
                <a:lnTo>
                  <a:pt x="871778" y="2590800"/>
                </a:lnTo>
                <a:lnTo>
                  <a:pt x="874687" y="2590800"/>
                </a:lnTo>
                <a:lnTo>
                  <a:pt x="871181" y="2603500"/>
                </a:lnTo>
                <a:close/>
              </a:path>
              <a:path w="1811655" h="8420100">
                <a:moveTo>
                  <a:pt x="824331" y="2755900"/>
                </a:moveTo>
                <a:lnTo>
                  <a:pt x="824865" y="2743200"/>
                </a:lnTo>
                <a:lnTo>
                  <a:pt x="827515" y="2743200"/>
                </a:lnTo>
                <a:lnTo>
                  <a:pt x="824331" y="2755900"/>
                </a:lnTo>
                <a:close/>
              </a:path>
              <a:path w="1811655" h="8420100">
                <a:moveTo>
                  <a:pt x="766470" y="2971800"/>
                </a:moveTo>
                <a:lnTo>
                  <a:pt x="766927" y="2959100"/>
                </a:lnTo>
                <a:lnTo>
                  <a:pt x="769196" y="2959100"/>
                </a:lnTo>
                <a:lnTo>
                  <a:pt x="766470" y="2971800"/>
                </a:lnTo>
                <a:close/>
              </a:path>
              <a:path w="1811655" h="8420100">
                <a:moveTo>
                  <a:pt x="751624" y="3035300"/>
                </a:moveTo>
                <a:lnTo>
                  <a:pt x="752055" y="3022600"/>
                </a:lnTo>
                <a:lnTo>
                  <a:pt x="754214" y="3022600"/>
                </a:lnTo>
                <a:lnTo>
                  <a:pt x="751624" y="3035300"/>
                </a:lnTo>
                <a:close/>
              </a:path>
              <a:path w="1811655" h="8420100">
                <a:moveTo>
                  <a:pt x="688860" y="3352800"/>
                </a:moveTo>
                <a:lnTo>
                  <a:pt x="689178" y="3340100"/>
                </a:lnTo>
                <a:lnTo>
                  <a:pt x="690774" y="3340100"/>
                </a:lnTo>
                <a:lnTo>
                  <a:pt x="688860" y="3352800"/>
                </a:lnTo>
                <a:close/>
              </a:path>
              <a:path w="1811655" h="8420100">
                <a:moveTo>
                  <a:pt x="678649" y="3416300"/>
                </a:moveTo>
                <a:lnTo>
                  <a:pt x="678942" y="3403600"/>
                </a:lnTo>
                <a:lnTo>
                  <a:pt x="680419" y="3403600"/>
                </a:lnTo>
                <a:lnTo>
                  <a:pt x="678649" y="3416300"/>
                </a:lnTo>
                <a:close/>
              </a:path>
              <a:path w="1811655" h="8420100">
                <a:moveTo>
                  <a:pt x="669213" y="3479800"/>
                </a:moveTo>
                <a:lnTo>
                  <a:pt x="669480" y="3467100"/>
                </a:lnTo>
                <a:lnTo>
                  <a:pt x="670847" y="3467100"/>
                </a:lnTo>
                <a:lnTo>
                  <a:pt x="669213" y="3479800"/>
                </a:lnTo>
                <a:close/>
              </a:path>
              <a:path w="1811655" h="8420100">
                <a:moveTo>
                  <a:pt x="642492" y="3708400"/>
                </a:moveTo>
                <a:lnTo>
                  <a:pt x="642670" y="3695700"/>
                </a:lnTo>
                <a:lnTo>
                  <a:pt x="643627" y="3695700"/>
                </a:lnTo>
                <a:lnTo>
                  <a:pt x="642492" y="3708400"/>
                </a:lnTo>
                <a:close/>
              </a:path>
              <a:path w="1811655" h="8420100">
                <a:moveTo>
                  <a:pt x="629475" y="3873500"/>
                </a:moveTo>
                <a:lnTo>
                  <a:pt x="629602" y="3860800"/>
                </a:lnTo>
                <a:lnTo>
                  <a:pt x="630250" y="3860800"/>
                </a:lnTo>
                <a:lnTo>
                  <a:pt x="629475" y="3873500"/>
                </a:lnTo>
                <a:close/>
              </a:path>
              <a:path w="1811655" h="8420100">
                <a:moveTo>
                  <a:pt x="621626" y="4038600"/>
                </a:moveTo>
                <a:lnTo>
                  <a:pt x="621677" y="4025900"/>
                </a:lnTo>
                <a:lnTo>
                  <a:pt x="622033" y="4025900"/>
                </a:lnTo>
                <a:lnTo>
                  <a:pt x="621626" y="4038600"/>
                </a:lnTo>
                <a:close/>
              </a:path>
              <a:path w="1811655" h="8420100">
                <a:moveTo>
                  <a:pt x="623227" y="4406900"/>
                </a:moveTo>
                <a:lnTo>
                  <a:pt x="622846" y="4406900"/>
                </a:lnTo>
                <a:lnTo>
                  <a:pt x="622769" y="4394200"/>
                </a:lnTo>
                <a:lnTo>
                  <a:pt x="623227" y="4406900"/>
                </a:lnTo>
                <a:close/>
              </a:path>
              <a:path w="1811655" h="8420100">
                <a:moveTo>
                  <a:pt x="646912" y="4737100"/>
                </a:moveTo>
                <a:lnTo>
                  <a:pt x="645896" y="4737100"/>
                </a:lnTo>
                <a:lnTo>
                  <a:pt x="645706" y="4724400"/>
                </a:lnTo>
                <a:lnTo>
                  <a:pt x="646912" y="4737100"/>
                </a:lnTo>
                <a:close/>
              </a:path>
              <a:path w="1811655" h="8420100">
                <a:moveTo>
                  <a:pt x="675538" y="4965700"/>
                </a:moveTo>
                <a:lnTo>
                  <a:pt x="674115" y="4965700"/>
                </a:lnTo>
                <a:lnTo>
                  <a:pt x="673836" y="4953000"/>
                </a:lnTo>
                <a:lnTo>
                  <a:pt x="675538" y="4965700"/>
                </a:lnTo>
                <a:close/>
              </a:path>
              <a:path w="1811655" h="8420100">
                <a:moveTo>
                  <a:pt x="685495" y="5029200"/>
                </a:moveTo>
                <a:lnTo>
                  <a:pt x="683958" y="5029200"/>
                </a:lnTo>
                <a:lnTo>
                  <a:pt x="683653" y="5016500"/>
                </a:lnTo>
                <a:lnTo>
                  <a:pt x="685495" y="5029200"/>
                </a:lnTo>
                <a:close/>
              </a:path>
              <a:path w="1811655" h="8420100">
                <a:moveTo>
                  <a:pt x="696252" y="5092700"/>
                </a:moveTo>
                <a:lnTo>
                  <a:pt x="694601" y="5092700"/>
                </a:lnTo>
                <a:lnTo>
                  <a:pt x="694270" y="5080000"/>
                </a:lnTo>
                <a:lnTo>
                  <a:pt x="696252" y="5092700"/>
                </a:lnTo>
                <a:close/>
              </a:path>
              <a:path w="1811655" h="8420100">
                <a:moveTo>
                  <a:pt x="707779" y="5156200"/>
                </a:moveTo>
                <a:lnTo>
                  <a:pt x="706018" y="5156200"/>
                </a:lnTo>
                <a:lnTo>
                  <a:pt x="705662" y="5143500"/>
                </a:lnTo>
                <a:lnTo>
                  <a:pt x="707779" y="5156200"/>
                </a:lnTo>
                <a:close/>
              </a:path>
              <a:path w="1811655" h="8420100">
                <a:moveTo>
                  <a:pt x="733162" y="5283200"/>
                </a:moveTo>
                <a:lnTo>
                  <a:pt x="731177" y="5283200"/>
                </a:lnTo>
                <a:lnTo>
                  <a:pt x="730770" y="5270500"/>
                </a:lnTo>
                <a:lnTo>
                  <a:pt x="733162" y="5283200"/>
                </a:lnTo>
                <a:close/>
              </a:path>
              <a:path w="1811655" h="8420100">
                <a:moveTo>
                  <a:pt x="747009" y="5346700"/>
                </a:moveTo>
                <a:lnTo>
                  <a:pt x="744905" y="5346700"/>
                </a:lnTo>
                <a:lnTo>
                  <a:pt x="744486" y="5334000"/>
                </a:lnTo>
                <a:lnTo>
                  <a:pt x="747009" y="5346700"/>
                </a:lnTo>
                <a:close/>
              </a:path>
              <a:path w="1811655" h="8420100">
                <a:moveTo>
                  <a:pt x="761610" y="5410200"/>
                </a:moveTo>
                <a:lnTo>
                  <a:pt x="759396" y="5410200"/>
                </a:lnTo>
                <a:lnTo>
                  <a:pt x="758951" y="5397500"/>
                </a:lnTo>
                <a:lnTo>
                  <a:pt x="761610" y="5410200"/>
                </a:lnTo>
                <a:close/>
              </a:path>
              <a:path w="1811655" h="8420100">
                <a:moveTo>
                  <a:pt x="818625" y="5626100"/>
                </a:moveTo>
                <a:lnTo>
                  <a:pt x="816025" y="5626100"/>
                </a:lnTo>
                <a:lnTo>
                  <a:pt x="815505" y="5613400"/>
                </a:lnTo>
                <a:lnTo>
                  <a:pt x="818625" y="5626100"/>
                </a:lnTo>
                <a:close/>
              </a:path>
              <a:path w="1811655" h="8420100">
                <a:moveTo>
                  <a:pt x="915686" y="5930900"/>
                </a:moveTo>
                <a:lnTo>
                  <a:pt x="912558" y="5930900"/>
                </a:lnTo>
                <a:lnTo>
                  <a:pt x="911923" y="5918200"/>
                </a:lnTo>
                <a:lnTo>
                  <a:pt x="915686" y="5930900"/>
                </a:lnTo>
                <a:close/>
              </a:path>
              <a:path w="1811655" h="8420100">
                <a:moveTo>
                  <a:pt x="948304" y="6019800"/>
                </a:moveTo>
                <a:lnTo>
                  <a:pt x="945032" y="6019800"/>
                </a:lnTo>
                <a:lnTo>
                  <a:pt x="944359" y="6007100"/>
                </a:lnTo>
                <a:lnTo>
                  <a:pt x="948304" y="6019800"/>
                </a:lnTo>
                <a:close/>
              </a:path>
              <a:path w="1811655" h="8420100">
                <a:moveTo>
                  <a:pt x="982514" y="6108700"/>
                </a:moveTo>
                <a:lnTo>
                  <a:pt x="979081" y="6108700"/>
                </a:lnTo>
                <a:lnTo>
                  <a:pt x="978382" y="6096000"/>
                </a:lnTo>
                <a:lnTo>
                  <a:pt x="982514" y="6108700"/>
                </a:lnTo>
                <a:close/>
              </a:path>
              <a:path w="1811655" h="8420100">
                <a:moveTo>
                  <a:pt x="1068395" y="6311900"/>
                </a:moveTo>
                <a:lnTo>
                  <a:pt x="1064602" y="6311900"/>
                </a:lnTo>
                <a:lnTo>
                  <a:pt x="1063840" y="6299200"/>
                </a:lnTo>
                <a:lnTo>
                  <a:pt x="1068395" y="6311900"/>
                </a:lnTo>
                <a:close/>
              </a:path>
              <a:path w="1811655" h="8420100">
                <a:moveTo>
                  <a:pt x="1176731" y="6540500"/>
                </a:moveTo>
                <a:lnTo>
                  <a:pt x="1172540" y="6540500"/>
                </a:lnTo>
                <a:lnTo>
                  <a:pt x="1171702" y="6527800"/>
                </a:lnTo>
                <a:lnTo>
                  <a:pt x="1176731" y="6540500"/>
                </a:lnTo>
                <a:close/>
              </a:path>
              <a:path w="1811655" h="8420100">
                <a:moveTo>
                  <a:pt x="1375130" y="6896100"/>
                </a:moveTo>
                <a:lnTo>
                  <a:pt x="1370330" y="6896100"/>
                </a:lnTo>
                <a:lnTo>
                  <a:pt x="1369364" y="6883400"/>
                </a:lnTo>
                <a:lnTo>
                  <a:pt x="1375130" y="6896100"/>
                </a:lnTo>
                <a:close/>
              </a:path>
              <a:path w="1811655" h="8420100">
                <a:moveTo>
                  <a:pt x="1811083" y="7505700"/>
                </a:moveTo>
                <a:lnTo>
                  <a:pt x="1804085" y="7505700"/>
                </a:lnTo>
                <a:lnTo>
                  <a:pt x="1802904" y="7493000"/>
                </a:lnTo>
                <a:lnTo>
                  <a:pt x="1811083" y="7505700"/>
                </a:lnTo>
                <a:close/>
              </a:path>
            </a:pathLst>
          </a:custGeom>
          <a:solidFill>
            <a:srgbClr val="FC611F">
              <a:alpha val="11799"/>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6649700" y="0"/>
            <a:ext cx="1638300" cy="1638300"/>
          </a:xfrm>
          <a:prstGeom prst="rect">
            <a:avLst/>
          </a:prstGeom>
        </p:spPr>
      </p:pic>
      <p:sp>
        <p:nvSpPr>
          <p:cNvPr id="2" name="Holder 2"/>
          <p:cNvSpPr>
            <a:spLocks noGrp="1"/>
          </p:cNvSpPr>
          <p:nvPr>
            <p:ph type="title"/>
          </p:nvPr>
        </p:nvSpPr>
        <p:spPr>
          <a:xfrm>
            <a:off x="2938145" y="286042"/>
            <a:ext cx="11717654" cy="809333"/>
          </a:xfrm>
          <a:prstGeom prst="rect">
            <a:avLst/>
          </a:prstGeom>
        </p:spPr>
        <p:txBody>
          <a:bodyPr wrap="square" lIns="0" tIns="0" rIns="0" bIns="0">
            <a:spAutoFit/>
          </a:bodyPr>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body" idx="1"/>
          </p:nvPr>
        </p:nvSpPr>
        <p:spPr>
          <a:xfrm>
            <a:off x="2288539" y="1650365"/>
            <a:ext cx="9361170" cy="258508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5/6/2026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jp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4.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264184" y="0"/>
            <a:ext cx="5024120" cy="1612900"/>
          </a:xfrm>
          <a:custGeom>
            <a:avLst/>
            <a:gdLst/>
            <a:ahLst/>
            <a:cxnLst/>
            <a:rect l="l" t="t" r="r" b="b"/>
            <a:pathLst>
              <a:path w="5024119" h="1612900">
                <a:moveTo>
                  <a:pt x="5013439" y="1524000"/>
                </a:moveTo>
                <a:lnTo>
                  <a:pt x="2976791" y="1524000"/>
                </a:lnTo>
                <a:lnTo>
                  <a:pt x="2941396" y="1511300"/>
                </a:lnTo>
                <a:lnTo>
                  <a:pt x="2906077" y="1511300"/>
                </a:lnTo>
                <a:lnTo>
                  <a:pt x="2835681" y="1485900"/>
                </a:lnTo>
                <a:lnTo>
                  <a:pt x="2800591" y="1485900"/>
                </a:lnTo>
                <a:lnTo>
                  <a:pt x="2765577" y="1473200"/>
                </a:lnTo>
                <a:lnTo>
                  <a:pt x="2730639" y="1473200"/>
                </a:lnTo>
                <a:lnTo>
                  <a:pt x="2661018" y="1447800"/>
                </a:lnTo>
                <a:lnTo>
                  <a:pt x="2626334" y="1447800"/>
                </a:lnTo>
                <a:lnTo>
                  <a:pt x="2557195" y="1422400"/>
                </a:lnTo>
                <a:lnTo>
                  <a:pt x="2522753" y="1422400"/>
                </a:lnTo>
                <a:lnTo>
                  <a:pt x="2454109" y="1397000"/>
                </a:lnTo>
                <a:lnTo>
                  <a:pt x="2419921" y="1397000"/>
                </a:lnTo>
                <a:lnTo>
                  <a:pt x="2250274" y="1333500"/>
                </a:lnTo>
                <a:lnTo>
                  <a:pt x="2216607" y="1333500"/>
                </a:lnTo>
                <a:lnTo>
                  <a:pt x="2183041" y="1320800"/>
                </a:lnTo>
                <a:lnTo>
                  <a:pt x="1595043" y="1092200"/>
                </a:lnTo>
                <a:lnTo>
                  <a:pt x="1563319" y="1066800"/>
                </a:lnTo>
                <a:lnTo>
                  <a:pt x="1437513" y="1016000"/>
                </a:lnTo>
                <a:lnTo>
                  <a:pt x="1406334" y="990600"/>
                </a:lnTo>
                <a:lnTo>
                  <a:pt x="1313434" y="952500"/>
                </a:lnTo>
                <a:lnTo>
                  <a:pt x="1282687" y="927100"/>
                </a:lnTo>
                <a:lnTo>
                  <a:pt x="1221524" y="901700"/>
                </a:lnTo>
                <a:lnTo>
                  <a:pt x="1191120" y="876300"/>
                </a:lnTo>
                <a:lnTo>
                  <a:pt x="1130642" y="850900"/>
                </a:lnTo>
                <a:lnTo>
                  <a:pt x="1100569" y="825500"/>
                </a:lnTo>
                <a:lnTo>
                  <a:pt x="1040777" y="800100"/>
                </a:lnTo>
                <a:lnTo>
                  <a:pt x="1011059" y="774700"/>
                </a:lnTo>
                <a:lnTo>
                  <a:pt x="981455" y="762000"/>
                </a:lnTo>
                <a:lnTo>
                  <a:pt x="951979" y="736600"/>
                </a:lnTo>
                <a:lnTo>
                  <a:pt x="922616" y="723900"/>
                </a:lnTo>
                <a:lnTo>
                  <a:pt x="893368" y="698500"/>
                </a:lnTo>
                <a:lnTo>
                  <a:pt x="864247" y="685800"/>
                </a:lnTo>
                <a:lnTo>
                  <a:pt x="835240" y="660400"/>
                </a:lnTo>
                <a:lnTo>
                  <a:pt x="806361" y="647700"/>
                </a:lnTo>
                <a:lnTo>
                  <a:pt x="777595" y="622300"/>
                </a:lnTo>
                <a:lnTo>
                  <a:pt x="748957" y="609600"/>
                </a:lnTo>
                <a:lnTo>
                  <a:pt x="720445" y="584200"/>
                </a:lnTo>
                <a:lnTo>
                  <a:pt x="692061" y="571500"/>
                </a:lnTo>
                <a:lnTo>
                  <a:pt x="663803" y="546100"/>
                </a:lnTo>
                <a:lnTo>
                  <a:pt x="635660" y="533400"/>
                </a:lnTo>
                <a:lnTo>
                  <a:pt x="579767" y="482600"/>
                </a:lnTo>
                <a:lnTo>
                  <a:pt x="552018" y="469900"/>
                </a:lnTo>
                <a:lnTo>
                  <a:pt x="496900" y="419100"/>
                </a:lnTo>
                <a:lnTo>
                  <a:pt x="469531" y="406400"/>
                </a:lnTo>
                <a:lnTo>
                  <a:pt x="415188" y="355600"/>
                </a:lnTo>
                <a:lnTo>
                  <a:pt x="388226" y="342900"/>
                </a:lnTo>
                <a:lnTo>
                  <a:pt x="308114" y="266700"/>
                </a:lnTo>
                <a:lnTo>
                  <a:pt x="281673" y="254000"/>
                </a:lnTo>
                <a:lnTo>
                  <a:pt x="203187" y="177800"/>
                </a:lnTo>
                <a:lnTo>
                  <a:pt x="177292" y="165100"/>
                </a:lnTo>
                <a:lnTo>
                  <a:pt x="125933" y="114300"/>
                </a:lnTo>
                <a:lnTo>
                  <a:pt x="49949" y="38100"/>
                </a:lnTo>
                <a:lnTo>
                  <a:pt x="24904" y="25400"/>
                </a:lnTo>
                <a:lnTo>
                  <a:pt x="0" y="0"/>
                </a:lnTo>
                <a:lnTo>
                  <a:pt x="784313" y="0"/>
                </a:lnTo>
                <a:lnTo>
                  <a:pt x="810463" y="12700"/>
                </a:lnTo>
                <a:lnTo>
                  <a:pt x="809244" y="12700"/>
                </a:lnTo>
                <a:lnTo>
                  <a:pt x="835507" y="38100"/>
                </a:lnTo>
                <a:lnTo>
                  <a:pt x="834288" y="38100"/>
                </a:lnTo>
                <a:lnTo>
                  <a:pt x="860678" y="50800"/>
                </a:lnTo>
                <a:lnTo>
                  <a:pt x="859447" y="50800"/>
                </a:lnTo>
                <a:lnTo>
                  <a:pt x="885964" y="76200"/>
                </a:lnTo>
                <a:lnTo>
                  <a:pt x="884720" y="76200"/>
                </a:lnTo>
                <a:lnTo>
                  <a:pt x="911364" y="88900"/>
                </a:lnTo>
                <a:lnTo>
                  <a:pt x="910120" y="88900"/>
                </a:lnTo>
                <a:lnTo>
                  <a:pt x="936878" y="114300"/>
                </a:lnTo>
                <a:lnTo>
                  <a:pt x="935634" y="114300"/>
                </a:lnTo>
                <a:lnTo>
                  <a:pt x="962520" y="127000"/>
                </a:lnTo>
                <a:lnTo>
                  <a:pt x="961263" y="127000"/>
                </a:lnTo>
                <a:lnTo>
                  <a:pt x="988263" y="152400"/>
                </a:lnTo>
                <a:lnTo>
                  <a:pt x="1000556" y="152400"/>
                </a:lnTo>
                <a:lnTo>
                  <a:pt x="1014120" y="165100"/>
                </a:lnTo>
                <a:lnTo>
                  <a:pt x="1012850" y="165100"/>
                </a:lnTo>
                <a:lnTo>
                  <a:pt x="1040091" y="177800"/>
                </a:lnTo>
                <a:lnTo>
                  <a:pt x="1038821" y="177800"/>
                </a:lnTo>
                <a:lnTo>
                  <a:pt x="1066177" y="203200"/>
                </a:lnTo>
                <a:lnTo>
                  <a:pt x="1064894" y="203200"/>
                </a:lnTo>
                <a:lnTo>
                  <a:pt x="1092377" y="215900"/>
                </a:lnTo>
                <a:lnTo>
                  <a:pt x="1091082" y="215900"/>
                </a:lnTo>
                <a:lnTo>
                  <a:pt x="1118679" y="241300"/>
                </a:lnTo>
                <a:lnTo>
                  <a:pt x="1131239" y="241300"/>
                </a:lnTo>
                <a:lnTo>
                  <a:pt x="1145095" y="254000"/>
                </a:lnTo>
                <a:lnTo>
                  <a:pt x="1143800" y="254000"/>
                </a:lnTo>
                <a:lnTo>
                  <a:pt x="1171625" y="266700"/>
                </a:lnTo>
                <a:lnTo>
                  <a:pt x="1170317" y="266700"/>
                </a:lnTo>
                <a:lnTo>
                  <a:pt x="1198257" y="292100"/>
                </a:lnTo>
                <a:lnTo>
                  <a:pt x="1196949" y="292100"/>
                </a:lnTo>
                <a:lnTo>
                  <a:pt x="1225003" y="304800"/>
                </a:lnTo>
                <a:lnTo>
                  <a:pt x="1223683" y="304800"/>
                </a:lnTo>
                <a:lnTo>
                  <a:pt x="1251851" y="317500"/>
                </a:lnTo>
                <a:lnTo>
                  <a:pt x="1250530" y="317500"/>
                </a:lnTo>
                <a:lnTo>
                  <a:pt x="1278813" y="342900"/>
                </a:lnTo>
                <a:lnTo>
                  <a:pt x="1291685" y="342900"/>
                </a:lnTo>
                <a:lnTo>
                  <a:pt x="1305877" y="355600"/>
                </a:lnTo>
                <a:lnTo>
                  <a:pt x="1304544" y="355600"/>
                </a:lnTo>
                <a:lnTo>
                  <a:pt x="1333055" y="368300"/>
                </a:lnTo>
                <a:lnTo>
                  <a:pt x="1331709" y="368300"/>
                </a:lnTo>
                <a:lnTo>
                  <a:pt x="1360322" y="381000"/>
                </a:lnTo>
                <a:lnTo>
                  <a:pt x="1358988" y="381000"/>
                </a:lnTo>
                <a:lnTo>
                  <a:pt x="1387703" y="406400"/>
                </a:lnTo>
                <a:lnTo>
                  <a:pt x="1386357" y="406400"/>
                </a:lnTo>
                <a:lnTo>
                  <a:pt x="1415186" y="419100"/>
                </a:lnTo>
                <a:lnTo>
                  <a:pt x="1413840" y="419100"/>
                </a:lnTo>
                <a:lnTo>
                  <a:pt x="1442783" y="431800"/>
                </a:lnTo>
                <a:lnTo>
                  <a:pt x="1441424" y="431800"/>
                </a:lnTo>
                <a:lnTo>
                  <a:pt x="1470469" y="444500"/>
                </a:lnTo>
                <a:lnTo>
                  <a:pt x="1469097" y="444500"/>
                </a:lnTo>
                <a:lnTo>
                  <a:pt x="1498257" y="457200"/>
                </a:lnTo>
                <a:lnTo>
                  <a:pt x="1496885" y="457200"/>
                </a:lnTo>
                <a:lnTo>
                  <a:pt x="1526159" y="482600"/>
                </a:lnTo>
                <a:lnTo>
                  <a:pt x="1524774" y="482600"/>
                </a:lnTo>
                <a:lnTo>
                  <a:pt x="1554149" y="495300"/>
                </a:lnTo>
                <a:lnTo>
                  <a:pt x="1552765" y="495300"/>
                </a:lnTo>
                <a:lnTo>
                  <a:pt x="1582242" y="508000"/>
                </a:lnTo>
                <a:lnTo>
                  <a:pt x="1580857" y="508000"/>
                </a:lnTo>
                <a:lnTo>
                  <a:pt x="1610436" y="520700"/>
                </a:lnTo>
                <a:lnTo>
                  <a:pt x="1609039" y="520700"/>
                </a:lnTo>
                <a:lnTo>
                  <a:pt x="1638719" y="533400"/>
                </a:lnTo>
                <a:lnTo>
                  <a:pt x="1637322" y="533400"/>
                </a:lnTo>
                <a:lnTo>
                  <a:pt x="1667116" y="546100"/>
                </a:lnTo>
                <a:lnTo>
                  <a:pt x="1665706" y="546100"/>
                </a:lnTo>
                <a:lnTo>
                  <a:pt x="1695602" y="558800"/>
                </a:lnTo>
                <a:lnTo>
                  <a:pt x="1694192" y="558800"/>
                </a:lnTo>
                <a:lnTo>
                  <a:pt x="1724190" y="584200"/>
                </a:lnTo>
                <a:lnTo>
                  <a:pt x="1737817" y="584200"/>
                </a:lnTo>
                <a:lnTo>
                  <a:pt x="1752866" y="596900"/>
                </a:lnTo>
                <a:lnTo>
                  <a:pt x="1751444" y="596900"/>
                </a:lnTo>
                <a:lnTo>
                  <a:pt x="1781632" y="609600"/>
                </a:lnTo>
                <a:lnTo>
                  <a:pt x="1780222" y="609600"/>
                </a:lnTo>
                <a:lnTo>
                  <a:pt x="1810511" y="622300"/>
                </a:lnTo>
                <a:lnTo>
                  <a:pt x="1809076" y="622300"/>
                </a:lnTo>
                <a:lnTo>
                  <a:pt x="1839467" y="635000"/>
                </a:lnTo>
                <a:lnTo>
                  <a:pt x="1838045" y="635000"/>
                </a:lnTo>
                <a:lnTo>
                  <a:pt x="1868525" y="647700"/>
                </a:lnTo>
                <a:lnTo>
                  <a:pt x="1867090" y="647700"/>
                </a:lnTo>
                <a:lnTo>
                  <a:pt x="1897684" y="660400"/>
                </a:lnTo>
                <a:lnTo>
                  <a:pt x="1896236" y="660400"/>
                </a:lnTo>
                <a:lnTo>
                  <a:pt x="1926920" y="673100"/>
                </a:lnTo>
                <a:lnTo>
                  <a:pt x="1925472" y="673100"/>
                </a:lnTo>
                <a:lnTo>
                  <a:pt x="1956257" y="685800"/>
                </a:lnTo>
                <a:lnTo>
                  <a:pt x="1954809" y="685800"/>
                </a:lnTo>
                <a:lnTo>
                  <a:pt x="1985683" y="698500"/>
                </a:lnTo>
                <a:lnTo>
                  <a:pt x="1984222" y="698500"/>
                </a:lnTo>
                <a:lnTo>
                  <a:pt x="2015197" y="711200"/>
                </a:lnTo>
                <a:lnTo>
                  <a:pt x="2013737" y="711200"/>
                </a:lnTo>
                <a:lnTo>
                  <a:pt x="2044801" y="723900"/>
                </a:lnTo>
                <a:lnTo>
                  <a:pt x="2043341" y="723900"/>
                </a:lnTo>
                <a:lnTo>
                  <a:pt x="2074494" y="736600"/>
                </a:lnTo>
                <a:lnTo>
                  <a:pt x="2073021" y="736600"/>
                </a:lnTo>
                <a:lnTo>
                  <a:pt x="2104275" y="749300"/>
                </a:lnTo>
                <a:lnTo>
                  <a:pt x="2132672" y="749300"/>
                </a:lnTo>
                <a:lnTo>
                  <a:pt x="2164105" y="762000"/>
                </a:lnTo>
                <a:lnTo>
                  <a:pt x="2162619" y="762000"/>
                </a:lnTo>
                <a:lnTo>
                  <a:pt x="2194153" y="774700"/>
                </a:lnTo>
                <a:lnTo>
                  <a:pt x="2192667" y="774700"/>
                </a:lnTo>
                <a:lnTo>
                  <a:pt x="2224278" y="787400"/>
                </a:lnTo>
                <a:lnTo>
                  <a:pt x="2222792" y="787400"/>
                </a:lnTo>
                <a:lnTo>
                  <a:pt x="2254504" y="800100"/>
                </a:lnTo>
                <a:lnTo>
                  <a:pt x="2253005" y="800100"/>
                </a:lnTo>
                <a:lnTo>
                  <a:pt x="2284793" y="812800"/>
                </a:lnTo>
                <a:lnTo>
                  <a:pt x="2283294" y="812800"/>
                </a:lnTo>
                <a:lnTo>
                  <a:pt x="2315184" y="825500"/>
                </a:lnTo>
                <a:lnTo>
                  <a:pt x="2344140" y="825500"/>
                </a:lnTo>
                <a:lnTo>
                  <a:pt x="2376208" y="838200"/>
                </a:lnTo>
                <a:lnTo>
                  <a:pt x="2374684" y="838200"/>
                </a:lnTo>
                <a:lnTo>
                  <a:pt x="2406840" y="850900"/>
                </a:lnTo>
                <a:lnTo>
                  <a:pt x="2405316" y="850900"/>
                </a:lnTo>
                <a:lnTo>
                  <a:pt x="2437549" y="863600"/>
                </a:lnTo>
                <a:lnTo>
                  <a:pt x="2466822" y="863600"/>
                </a:lnTo>
                <a:lnTo>
                  <a:pt x="2499220" y="876300"/>
                </a:lnTo>
                <a:lnTo>
                  <a:pt x="2497696" y="876300"/>
                </a:lnTo>
                <a:lnTo>
                  <a:pt x="2530182" y="889000"/>
                </a:lnTo>
                <a:lnTo>
                  <a:pt x="2528646" y="889000"/>
                </a:lnTo>
                <a:lnTo>
                  <a:pt x="2561209" y="901700"/>
                </a:lnTo>
                <a:lnTo>
                  <a:pt x="2590787" y="901700"/>
                </a:lnTo>
                <a:lnTo>
                  <a:pt x="2623515" y="914400"/>
                </a:lnTo>
                <a:lnTo>
                  <a:pt x="2621965" y="914400"/>
                </a:lnTo>
                <a:lnTo>
                  <a:pt x="2654782" y="927100"/>
                </a:lnTo>
                <a:lnTo>
                  <a:pt x="2684576" y="927100"/>
                </a:lnTo>
                <a:lnTo>
                  <a:pt x="2717546" y="939800"/>
                </a:lnTo>
                <a:lnTo>
                  <a:pt x="2747492" y="939800"/>
                </a:lnTo>
                <a:lnTo>
                  <a:pt x="2780614" y="952500"/>
                </a:lnTo>
                <a:lnTo>
                  <a:pt x="2779052" y="952500"/>
                </a:lnTo>
                <a:lnTo>
                  <a:pt x="2812262" y="965200"/>
                </a:lnTo>
                <a:lnTo>
                  <a:pt x="2842412" y="965200"/>
                </a:lnTo>
                <a:lnTo>
                  <a:pt x="2875775" y="977900"/>
                </a:lnTo>
                <a:lnTo>
                  <a:pt x="2906064" y="977900"/>
                </a:lnTo>
                <a:lnTo>
                  <a:pt x="2939580" y="990600"/>
                </a:lnTo>
                <a:lnTo>
                  <a:pt x="2970009" y="990600"/>
                </a:lnTo>
                <a:lnTo>
                  <a:pt x="3003664" y="1003300"/>
                </a:lnTo>
                <a:lnTo>
                  <a:pt x="3034220" y="1003300"/>
                </a:lnTo>
                <a:lnTo>
                  <a:pt x="3068027" y="1016000"/>
                </a:lnTo>
                <a:lnTo>
                  <a:pt x="3098723" y="1016000"/>
                </a:lnTo>
                <a:lnTo>
                  <a:pt x="3132670" y="1028700"/>
                </a:lnTo>
                <a:lnTo>
                  <a:pt x="3195980" y="1028700"/>
                </a:lnTo>
                <a:lnTo>
                  <a:pt x="3230143" y="1041400"/>
                </a:lnTo>
                <a:lnTo>
                  <a:pt x="3261156" y="1041400"/>
                </a:lnTo>
                <a:lnTo>
                  <a:pt x="3295446" y="1054100"/>
                </a:lnTo>
                <a:lnTo>
                  <a:pt x="3359404" y="1054100"/>
                </a:lnTo>
                <a:lnTo>
                  <a:pt x="3393897" y="1066800"/>
                </a:lnTo>
                <a:lnTo>
                  <a:pt x="3491293" y="1066800"/>
                </a:lnTo>
                <a:lnTo>
                  <a:pt x="3526040" y="1079500"/>
                </a:lnTo>
                <a:lnTo>
                  <a:pt x="3657523" y="1079500"/>
                </a:lnTo>
                <a:lnTo>
                  <a:pt x="3692575" y="1092200"/>
                </a:lnTo>
                <a:lnTo>
                  <a:pt x="5023815" y="1092200"/>
                </a:lnTo>
                <a:lnTo>
                  <a:pt x="5023815" y="1511300"/>
                </a:lnTo>
                <a:lnTo>
                  <a:pt x="5013439" y="1524000"/>
                </a:lnTo>
                <a:close/>
              </a:path>
              <a:path w="5024119" h="1612900">
                <a:moveTo>
                  <a:pt x="1000556" y="152400"/>
                </a:moveTo>
                <a:lnTo>
                  <a:pt x="988263" y="152400"/>
                </a:lnTo>
                <a:lnTo>
                  <a:pt x="986993" y="139700"/>
                </a:lnTo>
                <a:lnTo>
                  <a:pt x="1000556" y="152400"/>
                </a:lnTo>
                <a:close/>
              </a:path>
              <a:path w="5024119" h="1612900">
                <a:moveTo>
                  <a:pt x="1131239" y="241300"/>
                </a:moveTo>
                <a:lnTo>
                  <a:pt x="1118679" y="241300"/>
                </a:lnTo>
                <a:lnTo>
                  <a:pt x="1117384" y="228600"/>
                </a:lnTo>
                <a:lnTo>
                  <a:pt x="1131239" y="241300"/>
                </a:lnTo>
                <a:close/>
              </a:path>
              <a:path w="5024119" h="1612900">
                <a:moveTo>
                  <a:pt x="1291685" y="342900"/>
                </a:moveTo>
                <a:lnTo>
                  <a:pt x="1278813" y="342900"/>
                </a:lnTo>
                <a:lnTo>
                  <a:pt x="1277492" y="330200"/>
                </a:lnTo>
                <a:lnTo>
                  <a:pt x="1291685" y="342900"/>
                </a:lnTo>
                <a:close/>
              </a:path>
              <a:path w="5024119" h="1612900">
                <a:moveTo>
                  <a:pt x="1737817" y="584200"/>
                </a:moveTo>
                <a:lnTo>
                  <a:pt x="1724190" y="584200"/>
                </a:lnTo>
                <a:lnTo>
                  <a:pt x="1722767" y="571500"/>
                </a:lnTo>
                <a:lnTo>
                  <a:pt x="1737817" y="584200"/>
                </a:lnTo>
                <a:close/>
              </a:path>
              <a:path w="5024119" h="1612900">
                <a:moveTo>
                  <a:pt x="2134146" y="749300"/>
                </a:moveTo>
                <a:lnTo>
                  <a:pt x="2104275" y="749300"/>
                </a:lnTo>
                <a:lnTo>
                  <a:pt x="2102802" y="736600"/>
                </a:lnTo>
                <a:lnTo>
                  <a:pt x="2134146" y="749300"/>
                </a:lnTo>
                <a:close/>
              </a:path>
              <a:path w="5024119" h="1612900">
                <a:moveTo>
                  <a:pt x="5023815" y="1092200"/>
                </a:moveTo>
                <a:lnTo>
                  <a:pt x="4297654" y="1092200"/>
                </a:lnTo>
                <a:lnTo>
                  <a:pt x="4332693" y="1079500"/>
                </a:lnTo>
                <a:lnTo>
                  <a:pt x="4464189" y="1079500"/>
                </a:lnTo>
                <a:lnTo>
                  <a:pt x="4498936" y="1066800"/>
                </a:lnTo>
                <a:lnTo>
                  <a:pt x="4596333" y="1066800"/>
                </a:lnTo>
                <a:lnTo>
                  <a:pt x="4630813" y="1054100"/>
                </a:lnTo>
                <a:lnTo>
                  <a:pt x="4694783" y="1054100"/>
                </a:lnTo>
                <a:lnTo>
                  <a:pt x="4729073" y="1041400"/>
                </a:lnTo>
                <a:lnTo>
                  <a:pt x="4760086" y="1041400"/>
                </a:lnTo>
                <a:lnTo>
                  <a:pt x="4794237" y="1028700"/>
                </a:lnTo>
                <a:lnTo>
                  <a:pt x="4857559" y="1028700"/>
                </a:lnTo>
                <a:lnTo>
                  <a:pt x="4891506" y="1016000"/>
                </a:lnTo>
                <a:lnTo>
                  <a:pt x="4922202" y="1016000"/>
                </a:lnTo>
                <a:lnTo>
                  <a:pt x="4955997" y="1003300"/>
                </a:lnTo>
                <a:lnTo>
                  <a:pt x="4986566" y="1003300"/>
                </a:lnTo>
                <a:lnTo>
                  <a:pt x="5020221" y="990600"/>
                </a:lnTo>
                <a:lnTo>
                  <a:pt x="5023815" y="990600"/>
                </a:lnTo>
                <a:lnTo>
                  <a:pt x="5023815" y="1092200"/>
                </a:lnTo>
                <a:close/>
              </a:path>
              <a:path w="5024119" h="1612900">
                <a:moveTo>
                  <a:pt x="4942433" y="1536700"/>
                </a:moveTo>
                <a:lnTo>
                  <a:pt x="3047796" y="1536700"/>
                </a:lnTo>
                <a:lnTo>
                  <a:pt x="3012262" y="1524000"/>
                </a:lnTo>
                <a:lnTo>
                  <a:pt x="4977968" y="1524000"/>
                </a:lnTo>
                <a:lnTo>
                  <a:pt x="4942433" y="1536700"/>
                </a:lnTo>
                <a:close/>
              </a:path>
              <a:path w="5024119" h="1612900">
                <a:moveTo>
                  <a:pt x="4835372" y="1549400"/>
                </a:moveTo>
                <a:lnTo>
                  <a:pt x="3154857" y="1549400"/>
                </a:lnTo>
                <a:lnTo>
                  <a:pt x="3119094" y="1536700"/>
                </a:lnTo>
                <a:lnTo>
                  <a:pt x="4871135" y="1536700"/>
                </a:lnTo>
                <a:lnTo>
                  <a:pt x="4835372" y="1549400"/>
                </a:lnTo>
                <a:close/>
              </a:path>
              <a:path w="5024119" h="1612900">
                <a:moveTo>
                  <a:pt x="4763655" y="1562100"/>
                </a:moveTo>
                <a:lnTo>
                  <a:pt x="3226574" y="1562100"/>
                </a:lnTo>
                <a:lnTo>
                  <a:pt x="3190684" y="1549400"/>
                </a:lnTo>
                <a:lnTo>
                  <a:pt x="4799545" y="1549400"/>
                </a:lnTo>
                <a:lnTo>
                  <a:pt x="4763655" y="1562100"/>
                </a:lnTo>
                <a:close/>
              </a:path>
              <a:path w="5024119" h="1612900">
                <a:moveTo>
                  <a:pt x="4655553" y="1574800"/>
                </a:moveTo>
                <a:lnTo>
                  <a:pt x="3334677" y="1574800"/>
                </a:lnTo>
                <a:lnTo>
                  <a:pt x="3298571" y="1562100"/>
                </a:lnTo>
                <a:lnTo>
                  <a:pt x="4691659" y="1562100"/>
                </a:lnTo>
                <a:lnTo>
                  <a:pt x="4655553" y="1574800"/>
                </a:lnTo>
                <a:close/>
              </a:path>
              <a:path w="5024119" h="1612900">
                <a:moveTo>
                  <a:pt x="4546854" y="1587500"/>
                </a:moveTo>
                <a:lnTo>
                  <a:pt x="3443363" y="1587500"/>
                </a:lnTo>
                <a:lnTo>
                  <a:pt x="3407067" y="1574800"/>
                </a:lnTo>
                <a:lnTo>
                  <a:pt x="4583150" y="1574800"/>
                </a:lnTo>
                <a:lnTo>
                  <a:pt x="4546854" y="1587500"/>
                </a:lnTo>
                <a:close/>
              </a:path>
              <a:path w="5024119" h="1612900">
                <a:moveTo>
                  <a:pt x="4401032" y="1600200"/>
                </a:moveTo>
                <a:lnTo>
                  <a:pt x="3589197" y="1600200"/>
                </a:lnTo>
                <a:lnTo>
                  <a:pt x="3552647" y="1587500"/>
                </a:lnTo>
                <a:lnTo>
                  <a:pt x="4437583" y="1587500"/>
                </a:lnTo>
                <a:lnTo>
                  <a:pt x="4401032" y="1600200"/>
                </a:lnTo>
                <a:close/>
              </a:path>
              <a:path w="5024119" h="1612900">
                <a:moveTo>
                  <a:pt x="4143514" y="1612900"/>
                </a:moveTo>
                <a:lnTo>
                  <a:pt x="3846715" y="1612900"/>
                </a:lnTo>
                <a:lnTo>
                  <a:pt x="3809758" y="1600200"/>
                </a:lnTo>
                <a:lnTo>
                  <a:pt x="4180471" y="1600200"/>
                </a:lnTo>
                <a:lnTo>
                  <a:pt x="4143514" y="1612900"/>
                </a:lnTo>
                <a:close/>
              </a:path>
            </a:pathLst>
          </a:custGeom>
          <a:solidFill>
            <a:srgbClr val="FC611F">
              <a:alpha val="11799"/>
            </a:srgbClr>
          </a:solidFill>
        </p:spPr>
        <p:txBody>
          <a:bodyPr wrap="square" lIns="0" tIns="0" rIns="0" bIns="0" rtlCol="0"/>
          <a:lstStyle/>
          <a:p>
            <a:endParaRPr/>
          </a:p>
        </p:txBody>
      </p:sp>
      <p:sp>
        <p:nvSpPr>
          <p:cNvPr id="3" name="object 3"/>
          <p:cNvSpPr/>
          <p:nvPr/>
        </p:nvSpPr>
        <p:spPr>
          <a:xfrm>
            <a:off x="0" y="478998"/>
            <a:ext cx="1285875" cy="7251700"/>
          </a:xfrm>
          <a:custGeom>
            <a:avLst/>
            <a:gdLst/>
            <a:ahLst/>
            <a:cxnLst/>
            <a:rect l="l" t="t" r="r" b="b"/>
            <a:pathLst>
              <a:path w="1285875" h="7251700">
                <a:moveTo>
                  <a:pt x="241401" y="1333500"/>
                </a:moveTo>
                <a:lnTo>
                  <a:pt x="226656" y="1295400"/>
                </a:lnTo>
                <a:lnTo>
                  <a:pt x="227355" y="1295400"/>
                </a:lnTo>
                <a:lnTo>
                  <a:pt x="212445" y="1270000"/>
                </a:lnTo>
                <a:lnTo>
                  <a:pt x="213144" y="1270000"/>
                </a:lnTo>
                <a:lnTo>
                  <a:pt x="198056" y="1244600"/>
                </a:lnTo>
                <a:lnTo>
                  <a:pt x="198767" y="1244600"/>
                </a:lnTo>
                <a:lnTo>
                  <a:pt x="183502" y="1219200"/>
                </a:lnTo>
                <a:lnTo>
                  <a:pt x="184226" y="1219200"/>
                </a:lnTo>
                <a:lnTo>
                  <a:pt x="168795" y="1181100"/>
                </a:lnTo>
                <a:lnTo>
                  <a:pt x="169519" y="1181100"/>
                </a:lnTo>
                <a:lnTo>
                  <a:pt x="153911" y="1155700"/>
                </a:lnTo>
                <a:lnTo>
                  <a:pt x="154647" y="1155700"/>
                </a:lnTo>
                <a:lnTo>
                  <a:pt x="138861" y="1130300"/>
                </a:lnTo>
                <a:lnTo>
                  <a:pt x="139611" y="1130300"/>
                </a:lnTo>
                <a:lnTo>
                  <a:pt x="123659" y="1104900"/>
                </a:lnTo>
                <a:lnTo>
                  <a:pt x="124409" y="1104900"/>
                </a:lnTo>
                <a:lnTo>
                  <a:pt x="108280" y="1079500"/>
                </a:lnTo>
                <a:lnTo>
                  <a:pt x="109042" y="1079500"/>
                </a:lnTo>
                <a:lnTo>
                  <a:pt x="92748" y="1041400"/>
                </a:lnTo>
                <a:lnTo>
                  <a:pt x="93510" y="1041400"/>
                </a:lnTo>
                <a:lnTo>
                  <a:pt x="77050" y="1016000"/>
                </a:lnTo>
                <a:lnTo>
                  <a:pt x="77825" y="1016000"/>
                </a:lnTo>
                <a:lnTo>
                  <a:pt x="61188" y="990600"/>
                </a:lnTo>
                <a:lnTo>
                  <a:pt x="61976" y="990600"/>
                </a:lnTo>
                <a:lnTo>
                  <a:pt x="45173" y="965200"/>
                </a:lnTo>
                <a:lnTo>
                  <a:pt x="45974" y="965200"/>
                </a:lnTo>
                <a:lnTo>
                  <a:pt x="29006" y="939800"/>
                </a:lnTo>
                <a:lnTo>
                  <a:pt x="29794" y="939800"/>
                </a:lnTo>
                <a:lnTo>
                  <a:pt x="12661" y="914400"/>
                </a:lnTo>
                <a:lnTo>
                  <a:pt x="13474" y="914400"/>
                </a:lnTo>
                <a:lnTo>
                  <a:pt x="0" y="876300"/>
                </a:lnTo>
                <a:lnTo>
                  <a:pt x="0" y="0"/>
                </a:lnTo>
                <a:lnTo>
                  <a:pt x="15405" y="25400"/>
                </a:lnTo>
                <a:lnTo>
                  <a:pt x="36995" y="50800"/>
                </a:lnTo>
                <a:lnTo>
                  <a:pt x="79705" y="101600"/>
                </a:lnTo>
                <a:lnTo>
                  <a:pt x="121767" y="152400"/>
                </a:lnTo>
                <a:lnTo>
                  <a:pt x="142557" y="177800"/>
                </a:lnTo>
                <a:lnTo>
                  <a:pt x="163182" y="215900"/>
                </a:lnTo>
                <a:lnTo>
                  <a:pt x="203949" y="266700"/>
                </a:lnTo>
                <a:lnTo>
                  <a:pt x="224078" y="292100"/>
                </a:lnTo>
                <a:lnTo>
                  <a:pt x="244055" y="330200"/>
                </a:lnTo>
                <a:lnTo>
                  <a:pt x="263855" y="355600"/>
                </a:lnTo>
                <a:lnTo>
                  <a:pt x="283489" y="381000"/>
                </a:lnTo>
                <a:lnTo>
                  <a:pt x="302971" y="406400"/>
                </a:lnTo>
                <a:lnTo>
                  <a:pt x="322275" y="444500"/>
                </a:lnTo>
                <a:lnTo>
                  <a:pt x="341401" y="469900"/>
                </a:lnTo>
                <a:lnTo>
                  <a:pt x="360375" y="495300"/>
                </a:lnTo>
                <a:lnTo>
                  <a:pt x="379171" y="520700"/>
                </a:lnTo>
                <a:lnTo>
                  <a:pt x="397789" y="558800"/>
                </a:lnTo>
                <a:lnTo>
                  <a:pt x="416242" y="584200"/>
                </a:lnTo>
                <a:lnTo>
                  <a:pt x="434530" y="609600"/>
                </a:lnTo>
                <a:lnTo>
                  <a:pt x="452640" y="647700"/>
                </a:lnTo>
                <a:lnTo>
                  <a:pt x="470573" y="673100"/>
                </a:lnTo>
                <a:lnTo>
                  <a:pt x="488327" y="698500"/>
                </a:lnTo>
                <a:lnTo>
                  <a:pt x="505917" y="736600"/>
                </a:lnTo>
                <a:lnTo>
                  <a:pt x="523328" y="762000"/>
                </a:lnTo>
                <a:lnTo>
                  <a:pt x="540562" y="787400"/>
                </a:lnTo>
                <a:lnTo>
                  <a:pt x="557618" y="825500"/>
                </a:lnTo>
                <a:lnTo>
                  <a:pt x="574497" y="850900"/>
                </a:lnTo>
                <a:lnTo>
                  <a:pt x="591197" y="889000"/>
                </a:lnTo>
                <a:lnTo>
                  <a:pt x="607720" y="914400"/>
                </a:lnTo>
                <a:lnTo>
                  <a:pt x="624065" y="939800"/>
                </a:lnTo>
                <a:lnTo>
                  <a:pt x="640232" y="977900"/>
                </a:lnTo>
                <a:lnTo>
                  <a:pt x="656209" y="1003300"/>
                </a:lnTo>
                <a:lnTo>
                  <a:pt x="672007" y="1041400"/>
                </a:lnTo>
                <a:lnTo>
                  <a:pt x="687616" y="1066800"/>
                </a:lnTo>
                <a:lnTo>
                  <a:pt x="703046" y="1104900"/>
                </a:lnTo>
                <a:lnTo>
                  <a:pt x="718299" y="1130300"/>
                </a:lnTo>
                <a:lnTo>
                  <a:pt x="733361" y="1168400"/>
                </a:lnTo>
                <a:lnTo>
                  <a:pt x="748233" y="1193800"/>
                </a:lnTo>
                <a:lnTo>
                  <a:pt x="762927" y="1231900"/>
                </a:lnTo>
                <a:lnTo>
                  <a:pt x="777430" y="1257300"/>
                </a:lnTo>
                <a:lnTo>
                  <a:pt x="791743" y="1295400"/>
                </a:lnTo>
                <a:lnTo>
                  <a:pt x="805878" y="1320800"/>
                </a:lnTo>
                <a:lnTo>
                  <a:pt x="240715" y="1320800"/>
                </a:lnTo>
                <a:lnTo>
                  <a:pt x="241401" y="1333500"/>
                </a:lnTo>
                <a:close/>
              </a:path>
              <a:path w="1285875" h="7251700">
                <a:moveTo>
                  <a:pt x="295884" y="1447800"/>
                </a:moveTo>
                <a:lnTo>
                  <a:pt x="281851" y="1409700"/>
                </a:lnTo>
                <a:lnTo>
                  <a:pt x="282524" y="1409700"/>
                </a:lnTo>
                <a:lnTo>
                  <a:pt x="268312" y="1384300"/>
                </a:lnTo>
                <a:lnTo>
                  <a:pt x="268986" y="1384300"/>
                </a:lnTo>
                <a:lnTo>
                  <a:pt x="254596" y="1358900"/>
                </a:lnTo>
                <a:lnTo>
                  <a:pt x="255270" y="1358900"/>
                </a:lnTo>
                <a:lnTo>
                  <a:pt x="240715" y="1320800"/>
                </a:lnTo>
                <a:lnTo>
                  <a:pt x="805878" y="1320800"/>
                </a:lnTo>
                <a:lnTo>
                  <a:pt x="819810" y="1358900"/>
                </a:lnTo>
                <a:lnTo>
                  <a:pt x="833564" y="1384300"/>
                </a:lnTo>
                <a:lnTo>
                  <a:pt x="847128" y="1422400"/>
                </a:lnTo>
                <a:lnTo>
                  <a:pt x="853808" y="1435100"/>
                </a:lnTo>
                <a:lnTo>
                  <a:pt x="295224" y="1435100"/>
                </a:lnTo>
                <a:lnTo>
                  <a:pt x="295884" y="1447800"/>
                </a:lnTo>
                <a:close/>
              </a:path>
              <a:path w="1285875" h="7251700">
                <a:moveTo>
                  <a:pt x="475576" y="1892300"/>
                </a:moveTo>
                <a:lnTo>
                  <a:pt x="464299" y="1854200"/>
                </a:lnTo>
                <a:lnTo>
                  <a:pt x="464832" y="1854200"/>
                </a:lnTo>
                <a:lnTo>
                  <a:pt x="453364" y="1828800"/>
                </a:lnTo>
                <a:lnTo>
                  <a:pt x="453910" y="1828800"/>
                </a:lnTo>
                <a:lnTo>
                  <a:pt x="442252" y="1790700"/>
                </a:lnTo>
                <a:lnTo>
                  <a:pt x="442810" y="1790700"/>
                </a:lnTo>
                <a:lnTo>
                  <a:pt x="430961" y="1765300"/>
                </a:lnTo>
                <a:lnTo>
                  <a:pt x="431533" y="1765300"/>
                </a:lnTo>
                <a:lnTo>
                  <a:pt x="419506" y="1739900"/>
                </a:lnTo>
                <a:lnTo>
                  <a:pt x="420077" y="1739900"/>
                </a:lnTo>
                <a:lnTo>
                  <a:pt x="407860" y="1701800"/>
                </a:lnTo>
                <a:lnTo>
                  <a:pt x="408444" y="1701800"/>
                </a:lnTo>
                <a:lnTo>
                  <a:pt x="396036" y="1676400"/>
                </a:lnTo>
                <a:lnTo>
                  <a:pt x="396633" y="1676400"/>
                </a:lnTo>
                <a:lnTo>
                  <a:pt x="384048" y="1651000"/>
                </a:lnTo>
                <a:lnTo>
                  <a:pt x="384644" y="1651000"/>
                </a:lnTo>
                <a:lnTo>
                  <a:pt x="371881" y="1612900"/>
                </a:lnTo>
                <a:lnTo>
                  <a:pt x="372491" y="1612900"/>
                </a:lnTo>
                <a:lnTo>
                  <a:pt x="359537" y="1587500"/>
                </a:lnTo>
                <a:lnTo>
                  <a:pt x="360146" y="1587500"/>
                </a:lnTo>
                <a:lnTo>
                  <a:pt x="347014" y="1562100"/>
                </a:lnTo>
                <a:lnTo>
                  <a:pt x="347637" y="1562100"/>
                </a:lnTo>
                <a:lnTo>
                  <a:pt x="334327" y="1524000"/>
                </a:lnTo>
                <a:lnTo>
                  <a:pt x="334962" y="1524000"/>
                </a:lnTo>
                <a:lnTo>
                  <a:pt x="321475" y="1498600"/>
                </a:lnTo>
                <a:lnTo>
                  <a:pt x="322110" y="1498600"/>
                </a:lnTo>
                <a:lnTo>
                  <a:pt x="308432" y="1473200"/>
                </a:lnTo>
                <a:lnTo>
                  <a:pt x="309079" y="1473200"/>
                </a:lnTo>
                <a:lnTo>
                  <a:pt x="295224" y="1435100"/>
                </a:lnTo>
                <a:lnTo>
                  <a:pt x="853808" y="1435100"/>
                </a:lnTo>
                <a:lnTo>
                  <a:pt x="860488" y="1447800"/>
                </a:lnTo>
                <a:lnTo>
                  <a:pt x="873658" y="1485900"/>
                </a:lnTo>
                <a:lnTo>
                  <a:pt x="886650" y="1511300"/>
                </a:lnTo>
                <a:lnTo>
                  <a:pt x="899426" y="1549400"/>
                </a:lnTo>
                <a:lnTo>
                  <a:pt x="912025" y="1587500"/>
                </a:lnTo>
                <a:lnTo>
                  <a:pt x="924420" y="1612900"/>
                </a:lnTo>
                <a:lnTo>
                  <a:pt x="936625" y="1651000"/>
                </a:lnTo>
                <a:lnTo>
                  <a:pt x="948639" y="1676400"/>
                </a:lnTo>
                <a:lnTo>
                  <a:pt x="960450" y="1714500"/>
                </a:lnTo>
                <a:lnTo>
                  <a:pt x="972058" y="1752600"/>
                </a:lnTo>
                <a:lnTo>
                  <a:pt x="983475" y="1778000"/>
                </a:lnTo>
                <a:lnTo>
                  <a:pt x="994689" y="1816100"/>
                </a:lnTo>
                <a:lnTo>
                  <a:pt x="1005700" y="1854200"/>
                </a:lnTo>
                <a:lnTo>
                  <a:pt x="1016520" y="1879600"/>
                </a:lnTo>
                <a:lnTo>
                  <a:pt x="475043" y="1879600"/>
                </a:lnTo>
                <a:lnTo>
                  <a:pt x="475576" y="1892300"/>
                </a:lnTo>
                <a:close/>
              </a:path>
              <a:path w="1285875" h="7251700">
                <a:moveTo>
                  <a:pt x="526567" y="2044700"/>
                </a:moveTo>
                <a:lnTo>
                  <a:pt x="516242" y="2006600"/>
                </a:lnTo>
                <a:lnTo>
                  <a:pt x="516737" y="2006600"/>
                </a:lnTo>
                <a:lnTo>
                  <a:pt x="506222" y="1981200"/>
                </a:lnTo>
                <a:lnTo>
                  <a:pt x="506717" y="1981200"/>
                </a:lnTo>
                <a:lnTo>
                  <a:pt x="496011" y="1943100"/>
                </a:lnTo>
                <a:lnTo>
                  <a:pt x="496519" y="1943100"/>
                </a:lnTo>
                <a:lnTo>
                  <a:pt x="485622" y="1917700"/>
                </a:lnTo>
                <a:lnTo>
                  <a:pt x="486130" y="1917700"/>
                </a:lnTo>
                <a:lnTo>
                  <a:pt x="475043" y="1879600"/>
                </a:lnTo>
                <a:lnTo>
                  <a:pt x="1016520" y="1879600"/>
                </a:lnTo>
                <a:lnTo>
                  <a:pt x="1027125" y="1917700"/>
                </a:lnTo>
                <a:lnTo>
                  <a:pt x="1037539" y="1955800"/>
                </a:lnTo>
                <a:lnTo>
                  <a:pt x="1047750" y="1981200"/>
                </a:lnTo>
                <a:lnTo>
                  <a:pt x="1057757" y="2019300"/>
                </a:lnTo>
                <a:lnTo>
                  <a:pt x="1061021" y="2032000"/>
                </a:lnTo>
                <a:lnTo>
                  <a:pt x="526084" y="2032000"/>
                </a:lnTo>
                <a:lnTo>
                  <a:pt x="526567" y="2044700"/>
                </a:lnTo>
                <a:close/>
              </a:path>
              <a:path w="1285875" h="7251700">
                <a:moveTo>
                  <a:pt x="590257" y="2260600"/>
                </a:moveTo>
                <a:lnTo>
                  <a:pt x="581291" y="2222500"/>
                </a:lnTo>
                <a:lnTo>
                  <a:pt x="581710" y="2222500"/>
                </a:lnTo>
                <a:lnTo>
                  <a:pt x="572554" y="2197100"/>
                </a:lnTo>
                <a:lnTo>
                  <a:pt x="572985" y="2197100"/>
                </a:lnTo>
                <a:lnTo>
                  <a:pt x="563626" y="2159000"/>
                </a:lnTo>
                <a:lnTo>
                  <a:pt x="564070" y="2159000"/>
                </a:lnTo>
                <a:lnTo>
                  <a:pt x="554520" y="2133600"/>
                </a:lnTo>
                <a:lnTo>
                  <a:pt x="554977" y="2133600"/>
                </a:lnTo>
                <a:lnTo>
                  <a:pt x="545223" y="2095500"/>
                </a:lnTo>
                <a:lnTo>
                  <a:pt x="545693" y="2095500"/>
                </a:lnTo>
                <a:lnTo>
                  <a:pt x="535749" y="2070100"/>
                </a:lnTo>
                <a:lnTo>
                  <a:pt x="536219" y="2070100"/>
                </a:lnTo>
                <a:lnTo>
                  <a:pt x="526084" y="2032000"/>
                </a:lnTo>
                <a:lnTo>
                  <a:pt x="1061021" y="2032000"/>
                </a:lnTo>
                <a:lnTo>
                  <a:pt x="1067549" y="2057400"/>
                </a:lnTo>
                <a:lnTo>
                  <a:pt x="1077150" y="2082800"/>
                </a:lnTo>
                <a:lnTo>
                  <a:pt x="1086535" y="2120900"/>
                </a:lnTo>
                <a:lnTo>
                  <a:pt x="1095717" y="2159000"/>
                </a:lnTo>
                <a:lnTo>
                  <a:pt x="1104696" y="2184400"/>
                </a:lnTo>
                <a:lnTo>
                  <a:pt x="1113472" y="2222500"/>
                </a:lnTo>
                <a:lnTo>
                  <a:pt x="1119179" y="2247900"/>
                </a:lnTo>
                <a:lnTo>
                  <a:pt x="589838" y="2247900"/>
                </a:lnTo>
                <a:lnTo>
                  <a:pt x="590257" y="2260600"/>
                </a:lnTo>
                <a:close/>
              </a:path>
              <a:path w="1285875" h="7251700">
                <a:moveTo>
                  <a:pt x="606767" y="2324100"/>
                </a:moveTo>
                <a:lnTo>
                  <a:pt x="598195" y="2286000"/>
                </a:lnTo>
                <a:lnTo>
                  <a:pt x="598601" y="2286000"/>
                </a:lnTo>
                <a:lnTo>
                  <a:pt x="589838" y="2247900"/>
                </a:lnTo>
                <a:lnTo>
                  <a:pt x="1119179" y="2247900"/>
                </a:lnTo>
                <a:lnTo>
                  <a:pt x="1122032" y="2260600"/>
                </a:lnTo>
                <a:lnTo>
                  <a:pt x="1130376" y="2298700"/>
                </a:lnTo>
                <a:lnTo>
                  <a:pt x="1134446" y="2311400"/>
                </a:lnTo>
                <a:lnTo>
                  <a:pt x="606374" y="2311400"/>
                </a:lnTo>
                <a:lnTo>
                  <a:pt x="606767" y="2324100"/>
                </a:lnTo>
                <a:close/>
              </a:path>
              <a:path w="1285875" h="7251700">
                <a:moveTo>
                  <a:pt x="677913" y="2641600"/>
                </a:moveTo>
                <a:lnTo>
                  <a:pt x="671347" y="2603500"/>
                </a:lnTo>
                <a:lnTo>
                  <a:pt x="671664" y="2603500"/>
                </a:lnTo>
                <a:lnTo>
                  <a:pt x="664895" y="2565400"/>
                </a:lnTo>
                <a:lnTo>
                  <a:pt x="665226" y="2565400"/>
                </a:lnTo>
                <a:lnTo>
                  <a:pt x="658253" y="2540000"/>
                </a:lnTo>
                <a:lnTo>
                  <a:pt x="658596" y="2540000"/>
                </a:lnTo>
                <a:lnTo>
                  <a:pt x="651421" y="2501900"/>
                </a:lnTo>
                <a:lnTo>
                  <a:pt x="651764" y="2501900"/>
                </a:lnTo>
                <a:lnTo>
                  <a:pt x="644385" y="2476500"/>
                </a:lnTo>
                <a:lnTo>
                  <a:pt x="644740" y="2476500"/>
                </a:lnTo>
                <a:lnTo>
                  <a:pt x="637171" y="2438400"/>
                </a:lnTo>
                <a:lnTo>
                  <a:pt x="637527" y="2438400"/>
                </a:lnTo>
                <a:lnTo>
                  <a:pt x="629754" y="2413000"/>
                </a:lnTo>
                <a:lnTo>
                  <a:pt x="630123" y="2413000"/>
                </a:lnTo>
                <a:lnTo>
                  <a:pt x="622147" y="2374900"/>
                </a:lnTo>
                <a:lnTo>
                  <a:pt x="622528" y="2374900"/>
                </a:lnTo>
                <a:lnTo>
                  <a:pt x="614349" y="2349500"/>
                </a:lnTo>
                <a:lnTo>
                  <a:pt x="614743" y="2349500"/>
                </a:lnTo>
                <a:lnTo>
                  <a:pt x="606374" y="2311400"/>
                </a:lnTo>
                <a:lnTo>
                  <a:pt x="1134446" y="2311400"/>
                </a:lnTo>
                <a:lnTo>
                  <a:pt x="1138516" y="2324100"/>
                </a:lnTo>
                <a:lnTo>
                  <a:pt x="1146454" y="2362200"/>
                </a:lnTo>
                <a:lnTo>
                  <a:pt x="1154176" y="2400300"/>
                </a:lnTo>
                <a:lnTo>
                  <a:pt x="1161681" y="2438400"/>
                </a:lnTo>
                <a:lnTo>
                  <a:pt x="1168971" y="2463800"/>
                </a:lnTo>
                <a:lnTo>
                  <a:pt x="1176058" y="2501900"/>
                </a:lnTo>
                <a:lnTo>
                  <a:pt x="1182916" y="2540000"/>
                </a:lnTo>
                <a:lnTo>
                  <a:pt x="1189570" y="2578100"/>
                </a:lnTo>
                <a:lnTo>
                  <a:pt x="1196009" y="2603500"/>
                </a:lnTo>
                <a:lnTo>
                  <a:pt x="1200158" y="2628900"/>
                </a:lnTo>
                <a:lnTo>
                  <a:pt x="677608" y="2628900"/>
                </a:lnTo>
                <a:lnTo>
                  <a:pt x="677913" y="2641600"/>
                </a:lnTo>
                <a:close/>
              </a:path>
              <a:path w="1285875" h="7251700">
                <a:moveTo>
                  <a:pt x="689813" y="2705100"/>
                </a:moveTo>
                <a:lnTo>
                  <a:pt x="683666" y="2667000"/>
                </a:lnTo>
                <a:lnTo>
                  <a:pt x="683958" y="2667000"/>
                </a:lnTo>
                <a:lnTo>
                  <a:pt x="677608" y="2628900"/>
                </a:lnTo>
                <a:lnTo>
                  <a:pt x="1200158" y="2628900"/>
                </a:lnTo>
                <a:lnTo>
                  <a:pt x="1202232" y="2641600"/>
                </a:lnTo>
                <a:lnTo>
                  <a:pt x="1208227" y="2679700"/>
                </a:lnTo>
                <a:lnTo>
                  <a:pt x="1210157" y="2692400"/>
                </a:lnTo>
                <a:lnTo>
                  <a:pt x="689533" y="2692400"/>
                </a:lnTo>
                <a:lnTo>
                  <a:pt x="689813" y="2705100"/>
                </a:lnTo>
                <a:close/>
              </a:path>
              <a:path w="1285875" h="7251700">
                <a:moveTo>
                  <a:pt x="725258" y="2933700"/>
                </a:moveTo>
                <a:lnTo>
                  <a:pt x="720559" y="2895600"/>
                </a:lnTo>
                <a:lnTo>
                  <a:pt x="720788" y="2895600"/>
                </a:lnTo>
                <a:lnTo>
                  <a:pt x="715886" y="2857500"/>
                </a:lnTo>
                <a:lnTo>
                  <a:pt x="716127" y="2857500"/>
                </a:lnTo>
                <a:lnTo>
                  <a:pt x="711009" y="2832100"/>
                </a:lnTo>
                <a:lnTo>
                  <a:pt x="711263" y="2832100"/>
                </a:lnTo>
                <a:lnTo>
                  <a:pt x="705942" y="2794000"/>
                </a:lnTo>
                <a:lnTo>
                  <a:pt x="706196" y="2794000"/>
                </a:lnTo>
                <a:lnTo>
                  <a:pt x="700671" y="2768600"/>
                </a:lnTo>
                <a:lnTo>
                  <a:pt x="700938" y="2768600"/>
                </a:lnTo>
                <a:lnTo>
                  <a:pt x="695198" y="2730500"/>
                </a:lnTo>
                <a:lnTo>
                  <a:pt x="695477" y="2730500"/>
                </a:lnTo>
                <a:lnTo>
                  <a:pt x="689533" y="2692400"/>
                </a:lnTo>
                <a:lnTo>
                  <a:pt x="1210157" y="2692400"/>
                </a:lnTo>
                <a:lnTo>
                  <a:pt x="1214018" y="2717800"/>
                </a:lnTo>
                <a:lnTo>
                  <a:pt x="1219581" y="2755900"/>
                </a:lnTo>
                <a:lnTo>
                  <a:pt x="1224940" y="2781300"/>
                </a:lnTo>
                <a:lnTo>
                  <a:pt x="1230058" y="2819400"/>
                </a:lnTo>
                <a:lnTo>
                  <a:pt x="1234973" y="2857500"/>
                </a:lnTo>
                <a:lnTo>
                  <a:pt x="1239659" y="2895600"/>
                </a:lnTo>
                <a:lnTo>
                  <a:pt x="1242631" y="2921000"/>
                </a:lnTo>
                <a:lnTo>
                  <a:pt x="725043" y="2921000"/>
                </a:lnTo>
                <a:lnTo>
                  <a:pt x="725258" y="2933700"/>
                </a:lnTo>
                <a:close/>
              </a:path>
              <a:path w="1285875" h="7251700">
                <a:moveTo>
                  <a:pt x="1273390" y="3251200"/>
                </a:moveTo>
                <a:lnTo>
                  <a:pt x="757872" y="3251200"/>
                </a:lnTo>
                <a:lnTo>
                  <a:pt x="756297" y="3225800"/>
                </a:lnTo>
                <a:lnTo>
                  <a:pt x="753743" y="3188787"/>
                </a:lnTo>
                <a:lnTo>
                  <a:pt x="753668" y="3187696"/>
                </a:lnTo>
                <a:lnTo>
                  <a:pt x="753550" y="3186695"/>
                </a:lnTo>
                <a:lnTo>
                  <a:pt x="751916" y="3162300"/>
                </a:lnTo>
                <a:lnTo>
                  <a:pt x="750836" y="3162300"/>
                </a:lnTo>
                <a:lnTo>
                  <a:pt x="747636" y="3124200"/>
                </a:lnTo>
                <a:lnTo>
                  <a:pt x="747788" y="3124200"/>
                </a:lnTo>
                <a:lnTo>
                  <a:pt x="744372" y="3086100"/>
                </a:lnTo>
                <a:lnTo>
                  <a:pt x="744537" y="3086100"/>
                </a:lnTo>
                <a:lnTo>
                  <a:pt x="740918" y="3060700"/>
                </a:lnTo>
                <a:lnTo>
                  <a:pt x="741095" y="3060700"/>
                </a:lnTo>
                <a:lnTo>
                  <a:pt x="737247" y="3022600"/>
                </a:lnTo>
                <a:lnTo>
                  <a:pt x="737438" y="3022600"/>
                </a:lnTo>
                <a:lnTo>
                  <a:pt x="733386" y="2997200"/>
                </a:lnTo>
                <a:lnTo>
                  <a:pt x="733577" y="2997200"/>
                </a:lnTo>
                <a:lnTo>
                  <a:pt x="729310" y="2959100"/>
                </a:lnTo>
                <a:lnTo>
                  <a:pt x="729513" y="2959100"/>
                </a:lnTo>
                <a:lnTo>
                  <a:pt x="725043" y="2921000"/>
                </a:lnTo>
                <a:lnTo>
                  <a:pt x="1242631" y="2921000"/>
                </a:lnTo>
                <a:lnTo>
                  <a:pt x="1244117" y="2933700"/>
                </a:lnTo>
                <a:lnTo>
                  <a:pt x="1248359" y="2971800"/>
                </a:lnTo>
                <a:lnTo>
                  <a:pt x="1252385" y="2997200"/>
                </a:lnTo>
                <a:lnTo>
                  <a:pt x="1256182" y="3035300"/>
                </a:lnTo>
                <a:lnTo>
                  <a:pt x="1259751" y="3073400"/>
                </a:lnTo>
                <a:lnTo>
                  <a:pt x="1263091" y="3111500"/>
                </a:lnTo>
                <a:lnTo>
                  <a:pt x="1266215" y="3149600"/>
                </a:lnTo>
                <a:lnTo>
                  <a:pt x="1271764" y="3225800"/>
                </a:lnTo>
                <a:lnTo>
                  <a:pt x="1273390" y="3251200"/>
                </a:lnTo>
                <a:close/>
              </a:path>
              <a:path w="1285875" h="7251700">
                <a:moveTo>
                  <a:pt x="753599" y="3186695"/>
                </a:moveTo>
                <a:lnTo>
                  <a:pt x="750684" y="3162300"/>
                </a:lnTo>
                <a:lnTo>
                  <a:pt x="751916" y="3162300"/>
                </a:lnTo>
                <a:lnTo>
                  <a:pt x="753599" y="3186695"/>
                </a:lnTo>
                <a:close/>
              </a:path>
              <a:path w="1285875" h="7251700">
                <a:moveTo>
                  <a:pt x="759383" y="3263900"/>
                </a:moveTo>
                <a:lnTo>
                  <a:pt x="758723" y="3263900"/>
                </a:lnTo>
                <a:lnTo>
                  <a:pt x="758609" y="3251200"/>
                </a:lnTo>
                <a:lnTo>
                  <a:pt x="759383" y="3263900"/>
                </a:lnTo>
                <a:close/>
              </a:path>
              <a:path w="1285875" h="7251700">
                <a:moveTo>
                  <a:pt x="1277734" y="3937000"/>
                </a:moveTo>
                <a:lnTo>
                  <a:pt x="762850" y="3937000"/>
                </a:lnTo>
                <a:lnTo>
                  <a:pt x="764667" y="3898900"/>
                </a:lnTo>
                <a:lnTo>
                  <a:pt x="766267" y="3860800"/>
                </a:lnTo>
                <a:lnTo>
                  <a:pt x="767651" y="3835400"/>
                </a:lnTo>
                <a:lnTo>
                  <a:pt x="768832" y="3797300"/>
                </a:lnTo>
                <a:lnTo>
                  <a:pt x="769797" y="3759200"/>
                </a:lnTo>
                <a:lnTo>
                  <a:pt x="770547" y="3733800"/>
                </a:lnTo>
                <a:lnTo>
                  <a:pt x="771080" y="3695700"/>
                </a:lnTo>
                <a:lnTo>
                  <a:pt x="771300" y="3670300"/>
                </a:lnTo>
                <a:lnTo>
                  <a:pt x="771423" y="3594100"/>
                </a:lnTo>
                <a:lnTo>
                  <a:pt x="771105" y="3556000"/>
                </a:lnTo>
                <a:lnTo>
                  <a:pt x="769835" y="3492500"/>
                </a:lnTo>
                <a:lnTo>
                  <a:pt x="768883" y="3454400"/>
                </a:lnTo>
                <a:lnTo>
                  <a:pt x="767715" y="3429000"/>
                </a:lnTo>
                <a:lnTo>
                  <a:pt x="766330" y="3390900"/>
                </a:lnTo>
                <a:lnTo>
                  <a:pt x="764743" y="3352800"/>
                </a:lnTo>
                <a:lnTo>
                  <a:pt x="762939" y="3327400"/>
                </a:lnTo>
                <a:lnTo>
                  <a:pt x="760933" y="3289300"/>
                </a:lnTo>
                <a:lnTo>
                  <a:pt x="759383" y="3263900"/>
                </a:lnTo>
                <a:lnTo>
                  <a:pt x="1274203" y="3263900"/>
                </a:lnTo>
                <a:lnTo>
                  <a:pt x="1278394" y="3327400"/>
                </a:lnTo>
                <a:lnTo>
                  <a:pt x="1280147" y="3365500"/>
                </a:lnTo>
                <a:lnTo>
                  <a:pt x="1281658" y="3403600"/>
                </a:lnTo>
                <a:lnTo>
                  <a:pt x="1282941" y="3441700"/>
                </a:lnTo>
                <a:lnTo>
                  <a:pt x="1283995" y="3479800"/>
                </a:lnTo>
                <a:lnTo>
                  <a:pt x="1284820" y="3517900"/>
                </a:lnTo>
                <a:lnTo>
                  <a:pt x="1285405" y="3556000"/>
                </a:lnTo>
                <a:lnTo>
                  <a:pt x="1285760" y="3594100"/>
                </a:lnTo>
                <a:lnTo>
                  <a:pt x="1285760" y="3670300"/>
                </a:lnTo>
                <a:lnTo>
                  <a:pt x="1284820" y="3733800"/>
                </a:lnTo>
                <a:lnTo>
                  <a:pt x="1283995" y="3771900"/>
                </a:lnTo>
                <a:lnTo>
                  <a:pt x="1282941" y="3810000"/>
                </a:lnTo>
                <a:lnTo>
                  <a:pt x="1281658" y="3848100"/>
                </a:lnTo>
                <a:lnTo>
                  <a:pt x="1280147" y="3886200"/>
                </a:lnTo>
                <a:lnTo>
                  <a:pt x="1278394" y="3924300"/>
                </a:lnTo>
                <a:lnTo>
                  <a:pt x="1277734" y="3937000"/>
                </a:lnTo>
                <a:close/>
              </a:path>
              <a:path w="1285875" h="7251700">
                <a:moveTo>
                  <a:pt x="1230058" y="4432300"/>
                </a:moveTo>
                <a:lnTo>
                  <a:pt x="711009" y="4432300"/>
                </a:lnTo>
                <a:lnTo>
                  <a:pt x="716127" y="4394200"/>
                </a:lnTo>
                <a:lnTo>
                  <a:pt x="715886" y="4394200"/>
                </a:lnTo>
                <a:lnTo>
                  <a:pt x="720788" y="4356100"/>
                </a:lnTo>
                <a:lnTo>
                  <a:pt x="720559" y="4356100"/>
                </a:lnTo>
                <a:lnTo>
                  <a:pt x="725258" y="4330700"/>
                </a:lnTo>
                <a:lnTo>
                  <a:pt x="725043" y="4330700"/>
                </a:lnTo>
                <a:lnTo>
                  <a:pt x="729513" y="4292600"/>
                </a:lnTo>
                <a:lnTo>
                  <a:pt x="729310" y="4292600"/>
                </a:lnTo>
                <a:lnTo>
                  <a:pt x="733577" y="4267200"/>
                </a:lnTo>
                <a:lnTo>
                  <a:pt x="733386" y="4267200"/>
                </a:lnTo>
                <a:lnTo>
                  <a:pt x="737438" y="4229100"/>
                </a:lnTo>
                <a:lnTo>
                  <a:pt x="737247" y="4229100"/>
                </a:lnTo>
                <a:lnTo>
                  <a:pt x="741095" y="4191000"/>
                </a:lnTo>
                <a:lnTo>
                  <a:pt x="740918" y="4191000"/>
                </a:lnTo>
                <a:lnTo>
                  <a:pt x="744537" y="4165600"/>
                </a:lnTo>
                <a:lnTo>
                  <a:pt x="744372" y="4165600"/>
                </a:lnTo>
                <a:lnTo>
                  <a:pt x="747788" y="4127500"/>
                </a:lnTo>
                <a:lnTo>
                  <a:pt x="747636" y="4127500"/>
                </a:lnTo>
                <a:lnTo>
                  <a:pt x="750836" y="4102100"/>
                </a:lnTo>
                <a:lnTo>
                  <a:pt x="750684" y="4102100"/>
                </a:lnTo>
                <a:lnTo>
                  <a:pt x="753541" y="4064000"/>
                </a:lnTo>
                <a:lnTo>
                  <a:pt x="755379" y="4038600"/>
                </a:lnTo>
                <a:lnTo>
                  <a:pt x="756171" y="4025900"/>
                </a:lnTo>
                <a:lnTo>
                  <a:pt x="758609" y="4000500"/>
                </a:lnTo>
                <a:lnTo>
                  <a:pt x="760831" y="3962400"/>
                </a:lnTo>
                <a:lnTo>
                  <a:pt x="762939" y="3924300"/>
                </a:lnTo>
                <a:lnTo>
                  <a:pt x="762850" y="3937000"/>
                </a:lnTo>
                <a:lnTo>
                  <a:pt x="1277734" y="3937000"/>
                </a:lnTo>
                <a:lnTo>
                  <a:pt x="1276413" y="3962400"/>
                </a:lnTo>
                <a:lnTo>
                  <a:pt x="1274203" y="4000500"/>
                </a:lnTo>
                <a:lnTo>
                  <a:pt x="1271765" y="4038600"/>
                </a:lnTo>
                <a:lnTo>
                  <a:pt x="1269111" y="4064000"/>
                </a:lnTo>
                <a:lnTo>
                  <a:pt x="1266215" y="4102100"/>
                </a:lnTo>
                <a:lnTo>
                  <a:pt x="1263091" y="4140200"/>
                </a:lnTo>
                <a:lnTo>
                  <a:pt x="1259751" y="4178300"/>
                </a:lnTo>
                <a:lnTo>
                  <a:pt x="1256182" y="4216400"/>
                </a:lnTo>
                <a:lnTo>
                  <a:pt x="1252385" y="4254500"/>
                </a:lnTo>
                <a:lnTo>
                  <a:pt x="1248359" y="4292600"/>
                </a:lnTo>
                <a:lnTo>
                  <a:pt x="1244117" y="4318000"/>
                </a:lnTo>
                <a:lnTo>
                  <a:pt x="1239659" y="4356100"/>
                </a:lnTo>
                <a:lnTo>
                  <a:pt x="1234973" y="4394200"/>
                </a:lnTo>
                <a:lnTo>
                  <a:pt x="1230058" y="4432300"/>
                </a:lnTo>
                <a:close/>
              </a:path>
              <a:path w="1285875" h="7251700">
                <a:moveTo>
                  <a:pt x="1086535" y="5130800"/>
                </a:moveTo>
                <a:lnTo>
                  <a:pt x="554520" y="5130800"/>
                </a:lnTo>
                <a:lnTo>
                  <a:pt x="564070" y="5092700"/>
                </a:lnTo>
                <a:lnTo>
                  <a:pt x="563626" y="5092700"/>
                </a:lnTo>
                <a:lnTo>
                  <a:pt x="572985" y="5067300"/>
                </a:lnTo>
                <a:lnTo>
                  <a:pt x="572554" y="5067300"/>
                </a:lnTo>
                <a:lnTo>
                  <a:pt x="581710" y="5029200"/>
                </a:lnTo>
                <a:lnTo>
                  <a:pt x="581291" y="5029200"/>
                </a:lnTo>
                <a:lnTo>
                  <a:pt x="590257" y="5003800"/>
                </a:lnTo>
                <a:lnTo>
                  <a:pt x="589838" y="5003800"/>
                </a:lnTo>
                <a:lnTo>
                  <a:pt x="598601" y="4965700"/>
                </a:lnTo>
                <a:lnTo>
                  <a:pt x="598195" y="4965700"/>
                </a:lnTo>
                <a:lnTo>
                  <a:pt x="606767" y="4940300"/>
                </a:lnTo>
                <a:lnTo>
                  <a:pt x="606374" y="4940300"/>
                </a:lnTo>
                <a:lnTo>
                  <a:pt x="614743" y="4902200"/>
                </a:lnTo>
                <a:lnTo>
                  <a:pt x="614349" y="4902200"/>
                </a:lnTo>
                <a:lnTo>
                  <a:pt x="622528" y="4876800"/>
                </a:lnTo>
                <a:lnTo>
                  <a:pt x="622147" y="4876800"/>
                </a:lnTo>
                <a:lnTo>
                  <a:pt x="630123" y="4838700"/>
                </a:lnTo>
                <a:lnTo>
                  <a:pt x="629754" y="4838700"/>
                </a:lnTo>
                <a:lnTo>
                  <a:pt x="637527" y="4813300"/>
                </a:lnTo>
                <a:lnTo>
                  <a:pt x="637171" y="4813300"/>
                </a:lnTo>
                <a:lnTo>
                  <a:pt x="644740" y="4775200"/>
                </a:lnTo>
                <a:lnTo>
                  <a:pt x="644385" y="4775200"/>
                </a:lnTo>
                <a:lnTo>
                  <a:pt x="651764" y="4749800"/>
                </a:lnTo>
                <a:lnTo>
                  <a:pt x="651421" y="4749800"/>
                </a:lnTo>
                <a:lnTo>
                  <a:pt x="658596" y="4711700"/>
                </a:lnTo>
                <a:lnTo>
                  <a:pt x="658253" y="4711700"/>
                </a:lnTo>
                <a:lnTo>
                  <a:pt x="665226" y="4686300"/>
                </a:lnTo>
                <a:lnTo>
                  <a:pt x="664895" y="4686300"/>
                </a:lnTo>
                <a:lnTo>
                  <a:pt x="671664" y="4648200"/>
                </a:lnTo>
                <a:lnTo>
                  <a:pt x="671347" y="4648200"/>
                </a:lnTo>
                <a:lnTo>
                  <a:pt x="677913" y="4622800"/>
                </a:lnTo>
                <a:lnTo>
                  <a:pt x="677608" y="4622800"/>
                </a:lnTo>
                <a:lnTo>
                  <a:pt x="683958" y="4584700"/>
                </a:lnTo>
                <a:lnTo>
                  <a:pt x="683666" y="4584700"/>
                </a:lnTo>
                <a:lnTo>
                  <a:pt x="689813" y="4559300"/>
                </a:lnTo>
                <a:lnTo>
                  <a:pt x="689533" y="4559300"/>
                </a:lnTo>
                <a:lnTo>
                  <a:pt x="695477" y="4521200"/>
                </a:lnTo>
                <a:lnTo>
                  <a:pt x="695198" y="4521200"/>
                </a:lnTo>
                <a:lnTo>
                  <a:pt x="700938" y="4495800"/>
                </a:lnTo>
                <a:lnTo>
                  <a:pt x="700671" y="4495800"/>
                </a:lnTo>
                <a:lnTo>
                  <a:pt x="706196" y="4457700"/>
                </a:lnTo>
                <a:lnTo>
                  <a:pt x="705942" y="4457700"/>
                </a:lnTo>
                <a:lnTo>
                  <a:pt x="711263" y="4419600"/>
                </a:lnTo>
                <a:lnTo>
                  <a:pt x="711009" y="4432300"/>
                </a:lnTo>
                <a:lnTo>
                  <a:pt x="1230058" y="4432300"/>
                </a:lnTo>
                <a:lnTo>
                  <a:pt x="1224940" y="4470400"/>
                </a:lnTo>
                <a:lnTo>
                  <a:pt x="1219581" y="4508500"/>
                </a:lnTo>
                <a:lnTo>
                  <a:pt x="1214018" y="4533900"/>
                </a:lnTo>
                <a:lnTo>
                  <a:pt x="1208227" y="4572000"/>
                </a:lnTo>
                <a:lnTo>
                  <a:pt x="1202232" y="4610100"/>
                </a:lnTo>
                <a:lnTo>
                  <a:pt x="1196009" y="4648200"/>
                </a:lnTo>
                <a:lnTo>
                  <a:pt x="1189570" y="4686300"/>
                </a:lnTo>
                <a:lnTo>
                  <a:pt x="1182916" y="4711700"/>
                </a:lnTo>
                <a:lnTo>
                  <a:pt x="1176058" y="4749800"/>
                </a:lnTo>
                <a:lnTo>
                  <a:pt x="1168971" y="4787900"/>
                </a:lnTo>
                <a:lnTo>
                  <a:pt x="1161681" y="4826000"/>
                </a:lnTo>
                <a:lnTo>
                  <a:pt x="1154176" y="4851400"/>
                </a:lnTo>
                <a:lnTo>
                  <a:pt x="1146454" y="4889500"/>
                </a:lnTo>
                <a:lnTo>
                  <a:pt x="1138516" y="4927600"/>
                </a:lnTo>
                <a:lnTo>
                  <a:pt x="1130376" y="4965700"/>
                </a:lnTo>
                <a:lnTo>
                  <a:pt x="1122032" y="4991100"/>
                </a:lnTo>
                <a:lnTo>
                  <a:pt x="1113472" y="5029200"/>
                </a:lnTo>
                <a:lnTo>
                  <a:pt x="1104696" y="5067300"/>
                </a:lnTo>
                <a:lnTo>
                  <a:pt x="1095717" y="5105400"/>
                </a:lnTo>
                <a:lnTo>
                  <a:pt x="1086535" y="5130800"/>
                </a:lnTo>
                <a:close/>
              </a:path>
              <a:path w="1285875" h="7251700">
                <a:moveTo>
                  <a:pt x="1044346" y="5283200"/>
                </a:moveTo>
                <a:lnTo>
                  <a:pt x="506222" y="5283200"/>
                </a:lnTo>
                <a:lnTo>
                  <a:pt x="516737" y="5245100"/>
                </a:lnTo>
                <a:lnTo>
                  <a:pt x="516242" y="5245100"/>
                </a:lnTo>
                <a:lnTo>
                  <a:pt x="526567" y="5219700"/>
                </a:lnTo>
                <a:lnTo>
                  <a:pt x="526084" y="5219700"/>
                </a:lnTo>
                <a:lnTo>
                  <a:pt x="536219" y="5181600"/>
                </a:lnTo>
                <a:lnTo>
                  <a:pt x="535749" y="5181600"/>
                </a:lnTo>
                <a:lnTo>
                  <a:pt x="545693" y="5156200"/>
                </a:lnTo>
                <a:lnTo>
                  <a:pt x="545223" y="5156200"/>
                </a:lnTo>
                <a:lnTo>
                  <a:pt x="554977" y="5118100"/>
                </a:lnTo>
                <a:lnTo>
                  <a:pt x="554520" y="5130800"/>
                </a:lnTo>
                <a:lnTo>
                  <a:pt x="1086535" y="5130800"/>
                </a:lnTo>
                <a:lnTo>
                  <a:pt x="1077150" y="5168900"/>
                </a:lnTo>
                <a:lnTo>
                  <a:pt x="1067549" y="5207000"/>
                </a:lnTo>
                <a:lnTo>
                  <a:pt x="1057757" y="5232400"/>
                </a:lnTo>
                <a:lnTo>
                  <a:pt x="1047750" y="5270500"/>
                </a:lnTo>
                <a:lnTo>
                  <a:pt x="1044346" y="5283200"/>
                </a:lnTo>
                <a:close/>
              </a:path>
              <a:path w="1285875" h="7251700">
                <a:moveTo>
                  <a:pt x="994689" y="5435600"/>
                </a:moveTo>
                <a:lnTo>
                  <a:pt x="453364" y="5435600"/>
                </a:lnTo>
                <a:lnTo>
                  <a:pt x="464832" y="5397500"/>
                </a:lnTo>
                <a:lnTo>
                  <a:pt x="464299" y="5397500"/>
                </a:lnTo>
                <a:lnTo>
                  <a:pt x="475576" y="5372100"/>
                </a:lnTo>
                <a:lnTo>
                  <a:pt x="475043" y="5372100"/>
                </a:lnTo>
                <a:lnTo>
                  <a:pt x="486130" y="5334000"/>
                </a:lnTo>
                <a:lnTo>
                  <a:pt x="485622" y="5334000"/>
                </a:lnTo>
                <a:lnTo>
                  <a:pt x="496519" y="5308600"/>
                </a:lnTo>
                <a:lnTo>
                  <a:pt x="496011" y="5308600"/>
                </a:lnTo>
                <a:lnTo>
                  <a:pt x="506717" y="5270500"/>
                </a:lnTo>
                <a:lnTo>
                  <a:pt x="506222" y="5283200"/>
                </a:lnTo>
                <a:lnTo>
                  <a:pt x="1044346" y="5283200"/>
                </a:lnTo>
                <a:lnTo>
                  <a:pt x="1037539" y="5308600"/>
                </a:lnTo>
                <a:lnTo>
                  <a:pt x="1027125" y="5334000"/>
                </a:lnTo>
                <a:lnTo>
                  <a:pt x="1016520" y="5372100"/>
                </a:lnTo>
                <a:lnTo>
                  <a:pt x="1005700" y="5410200"/>
                </a:lnTo>
                <a:lnTo>
                  <a:pt x="994689" y="5435600"/>
                </a:lnTo>
                <a:close/>
              </a:path>
              <a:path w="1285875" h="7251700">
                <a:moveTo>
                  <a:pt x="966254" y="5524500"/>
                </a:moveTo>
                <a:lnTo>
                  <a:pt x="419506" y="5524500"/>
                </a:lnTo>
                <a:lnTo>
                  <a:pt x="431533" y="5486400"/>
                </a:lnTo>
                <a:lnTo>
                  <a:pt x="430961" y="5486400"/>
                </a:lnTo>
                <a:lnTo>
                  <a:pt x="442810" y="5461000"/>
                </a:lnTo>
                <a:lnTo>
                  <a:pt x="442252" y="5461000"/>
                </a:lnTo>
                <a:lnTo>
                  <a:pt x="453910" y="5422900"/>
                </a:lnTo>
                <a:lnTo>
                  <a:pt x="453364" y="5435600"/>
                </a:lnTo>
                <a:lnTo>
                  <a:pt x="994689" y="5435600"/>
                </a:lnTo>
                <a:lnTo>
                  <a:pt x="983475" y="5473700"/>
                </a:lnTo>
                <a:lnTo>
                  <a:pt x="972058" y="5511800"/>
                </a:lnTo>
                <a:lnTo>
                  <a:pt x="966254" y="5524500"/>
                </a:lnTo>
                <a:close/>
              </a:path>
              <a:path w="1285875" h="7251700">
                <a:moveTo>
                  <a:pt x="899426" y="5702300"/>
                </a:moveTo>
                <a:lnTo>
                  <a:pt x="347014" y="5702300"/>
                </a:lnTo>
                <a:lnTo>
                  <a:pt x="360146" y="5664200"/>
                </a:lnTo>
                <a:lnTo>
                  <a:pt x="359537" y="5664200"/>
                </a:lnTo>
                <a:lnTo>
                  <a:pt x="372491" y="5638800"/>
                </a:lnTo>
                <a:lnTo>
                  <a:pt x="371881" y="5638800"/>
                </a:lnTo>
                <a:lnTo>
                  <a:pt x="384644" y="5613400"/>
                </a:lnTo>
                <a:lnTo>
                  <a:pt x="384048" y="5613400"/>
                </a:lnTo>
                <a:lnTo>
                  <a:pt x="396633" y="5575300"/>
                </a:lnTo>
                <a:lnTo>
                  <a:pt x="396036" y="5575300"/>
                </a:lnTo>
                <a:lnTo>
                  <a:pt x="408444" y="5549900"/>
                </a:lnTo>
                <a:lnTo>
                  <a:pt x="407860" y="5549900"/>
                </a:lnTo>
                <a:lnTo>
                  <a:pt x="420077" y="5511800"/>
                </a:lnTo>
                <a:lnTo>
                  <a:pt x="419506" y="5524500"/>
                </a:lnTo>
                <a:lnTo>
                  <a:pt x="966254" y="5524500"/>
                </a:lnTo>
                <a:lnTo>
                  <a:pt x="960450" y="5537200"/>
                </a:lnTo>
                <a:lnTo>
                  <a:pt x="948639" y="5575300"/>
                </a:lnTo>
                <a:lnTo>
                  <a:pt x="936625" y="5600700"/>
                </a:lnTo>
                <a:lnTo>
                  <a:pt x="924420" y="5638800"/>
                </a:lnTo>
                <a:lnTo>
                  <a:pt x="912025" y="5676900"/>
                </a:lnTo>
                <a:lnTo>
                  <a:pt x="899426" y="5702300"/>
                </a:lnTo>
                <a:close/>
              </a:path>
              <a:path w="1285875" h="7251700">
                <a:moveTo>
                  <a:pt x="819810" y="5905500"/>
                </a:moveTo>
                <a:lnTo>
                  <a:pt x="254596" y="5905500"/>
                </a:lnTo>
                <a:lnTo>
                  <a:pt x="268986" y="5867400"/>
                </a:lnTo>
                <a:lnTo>
                  <a:pt x="268312" y="5867400"/>
                </a:lnTo>
                <a:lnTo>
                  <a:pt x="282524" y="5842000"/>
                </a:lnTo>
                <a:lnTo>
                  <a:pt x="281851" y="5842000"/>
                </a:lnTo>
                <a:lnTo>
                  <a:pt x="295884" y="5816600"/>
                </a:lnTo>
                <a:lnTo>
                  <a:pt x="295224" y="5816600"/>
                </a:lnTo>
                <a:lnTo>
                  <a:pt x="309079" y="5778500"/>
                </a:lnTo>
                <a:lnTo>
                  <a:pt x="308432" y="5778500"/>
                </a:lnTo>
                <a:lnTo>
                  <a:pt x="322110" y="5753100"/>
                </a:lnTo>
                <a:lnTo>
                  <a:pt x="321475" y="5753100"/>
                </a:lnTo>
                <a:lnTo>
                  <a:pt x="334962" y="5727700"/>
                </a:lnTo>
                <a:lnTo>
                  <a:pt x="334327" y="5727700"/>
                </a:lnTo>
                <a:lnTo>
                  <a:pt x="347637" y="5689600"/>
                </a:lnTo>
                <a:lnTo>
                  <a:pt x="347014" y="5702300"/>
                </a:lnTo>
                <a:lnTo>
                  <a:pt x="899426" y="5702300"/>
                </a:lnTo>
                <a:lnTo>
                  <a:pt x="886650" y="5740400"/>
                </a:lnTo>
                <a:lnTo>
                  <a:pt x="873658" y="5765800"/>
                </a:lnTo>
                <a:lnTo>
                  <a:pt x="860488" y="5803900"/>
                </a:lnTo>
                <a:lnTo>
                  <a:pt x="847128" y="5829300"/>
                </a:lnTo>
                <a:lnTo>
                  <a:pt x="833564" y="5867400"/>
                </a:lnTo>
                <a:lnTo>
                  <a:pt x="819810" y="5905500"/>
                </a:lnTo>
                <a:close/>
              </a:path>
              <a:path w="1285875" h="7251700">
                <a:moveTo>
                  <a:pt x="602212" y="6350000"/>
                </a:moveTo>
                <a:lnTo>
                  <a:pt x="12661" y="6350000"/>
                </a:lnTo>
                <a:lnTo>
                  <a:pt x="29794" y="6311900"/>
                </a:lnTo>
                <a:lnTo>
                  <a:pt x="29006" y="6311900"/>
                </a:lnTo>
                <a:lnTo>
                  <a:pt x="45974" y="6286500"/>
                </a:lnTo>
                <a:lnTo>
                  <a:pt x="45173" y="6286500"/>
                </a:lnTo>
                <a:lnTo>
                  <a:pt x="61976" y="6261100"/>
                </a:lnTo>
                <a:lnTo>
                  <a:pt x="61188" y="6261100"/>
                </a:lnTo>
                <a:lnTo>
                  <a:pt x="77825" y="6235700"/>
                </a:lnTo>
                <a:lnTo>
                  <a:pt x="77050" y="6235700"/>
                </a:lnTo>
                <a:lnTo>
                  <a:pt x="93510" y="6210300"/>
                </a:lnTo>
                <a:lnTo>
                  <a:pt x="92748" y="6210300"/>
                </a:lnTo>
                <a:lnTo>
                  <a:pt x="109042" y="6184900"/>
                </a:lnTo>
                <a:lnTo>
                  <a:pt x="108280" y="6184900"/>
                </a:lnTo>
                <a:lnTo>
                  <a:pt x="124409" y="6146800"/>
                </a:lnTo>
                <a:lnTo>
                  <a:pt x="123659" y="6146800"/>
                </a:lnTo>
                <a:lnTo>
                  <a:pt x="139611" y="6121400"/>
                </a:lnTo>
                <a:lnTo>
                  <a:pt x="138861" y="6121400"/>
                </a:lnTo>
                <a:lnTo>
                  <a:pt x="154647" y="6096000"/>
                </a:lnTo>
                <a:lnTo>
                  <a:pt x="153911" y="6096000"/>
                </a:lnTo>
                <a:lnTo>
                  <a:pt x="169519" y="6070600"/>
                </a:lnTo>
                <a:lnTo>
                  <a:pt x="168795" y="6070600"/>
                </a:lnTo>
                <a:lnTo>
                  <a:pt x="184226" y="6045200"/>
                </a:lnTo>
                <a:lnTo>
                  <a:pt x="183502" y="6045200"/>
                </a:lnTo>
                <a:lnTo>
                  <a:pt x="198767" y="6007100"/>
                </a:lnTo>
                <a:lnTo>
                  <a:pt x="198056" y="6007100"/>
                </a:lnTo>
                <a:lnTo>
                  <a:pt x="213144" y="5981700"/>
                </a:lnTo>
                <a:lnTo>
                  <a:pt x="212445" y="5981700"/>
                </a:lnTo>
                <a:lnTo>
                  <a:pt x="227355" y="5956300"/>
                </a:lnTo>
                <a:lnTo>
                  <a:pt x="226656" y="5956300"/>
                </a:lnTo>
                <a:lnTo>
                  <a:pt x="241401" y="5930900"/>
                </a:lnTo>
                <a:lnTo>
                  <a:pt x="240715" y="5930900"/>
                </a:lnTo>
                <a:lnTo>
                  <a:pt x="255270" y="5892800"/>
                </a:lnTo>
                <a:lnTo>
                  <a:pt x="254596" y="5905500"/>
                </a:lnTo>
                <a:lnTo>
                  <a:pt x="819810" y="5905500"/>
                </a:lnTo>
                <a:lnTo>
                  <a:pt x="805878" y="5930900"/>
                </a:lnTo>
                <a:lnTo>
                  <a:pt x="791743" y="5969000"/>
                </a:lnTo>
                <a:lnTo>
                  <a:pt x="777430" y="5994400"/>
                </a:lnTo>
                <a:lnTo>
                  <a:pt x="762927" y="6032500"/>
                </a:lnTo>
                <a:lnTo>
                  <a:pt x="748233" y="6057900"/>
                </a:lnTo>
                <a:lnTo>
                  <a:pt x="733361" y="6096000"/>
                </a:lnTo>
                <a:lnTo>
                  <a:pt x="718299" y="6121400"/>
                </a:lnTo>
                <a:lnTo>
                  <a:pt x="703046" y="6159500"/>
                </a:lnTo>
                <a:lnTo>
                  <a:pt x="687616" y="6184900"/>
                </a:lnTo>
                <a:lnTo>
                  <a:pt x="672007" y="6210300"/>
                </a:lnTo>
                <a:lnTo>
                  <a:pt x="656209" y="6248400"/>
                </a:lnTo>
                <a:lnTo>
                  <a:pt x="640232" y="6273800"/>
                </a:lnTo>
                <a:lnTo>
                  <a:pt x="624065" y="6311900"/>
                </a:lnTo>
                <a:lnTo>
                  <a:pt x="607720" y="6337300"/>
                </a:lnTo>
                <a:lnTo>
                  <a:pt x="602212" y="6350000"/>
                </a:lnTo>
                <a:close/>
              </a:path>
              <a:path w="1285875" h="7251700">
                <a:moveTo>
                  <a:pt x="0" y="7251700"/>
                </a:moveTo>
                <a:lnTo>
                  <a:pt x="0" y="6362700"/>
                </a:lnTo>
                <a:lnTo>
                  <a:pt x="13474" y="6337300"/>
                </a:lnTo>
                <a:lnTo>
                  <a:pt x="12661" y="6350000"/>
                </a:lnTo>
                <a:lnTo>
                  <a:pt x="602212" y="6350000"/>
                </a:lnTo>
                <a:lnTo>
                  <a:pt x="591197" y="6375400"/>
                </a:lnTo>
                <a:lnTo>
                  <a:pt x="574497" y="6400800"/>
                </a:lnTo>
                <a:lnTo>
                  <a:pt x="557618" y="6426200"/>
                </a:lnTo>
                <a:lnTo>
                  <a:pt x="540562" y="6464300"/>
                </a:lnTo>
                <a:lnTo>
                  <a:pt x="523328" y="6489700"/>
                </a:lnTo>
                <a:lnTo>
                  <a:pt x="505917" y="6527800"/>
                </a:lnTo>
                <a:lnTo>
                  <a:pt x="488327" y="6553200"/>
                </a:lnTo>
                <a:lnTo>
                  <a:pt x="470573" y="6578600"/>
                </a:lnTo>
                <a:lnTo>
                  <a:pt x="452640" y="6616700"/>
                </a:lnTo>
                <a:lnTo>
                  <a:pt x="434530" y="6642100"/>
                </a:lnTo>
                <a:lnTo>
                  <a:pt x="416242" y="6667500"/>
                </a:lnTo>
                <a:lnTo>
                  <a:pt x="397789" y="6705600"/>
                </a:lnTo>
                <a:lnTo>
                  <a:pt x="379171" y="6731000"/>
                </a:lnTo>
                <a:lnTo>
                  <a:pt x="360375" y="6756400"/>
                </a:lnTo>
                <a:lnTo>
                  <a:pt x="341401" y="6781800"/>
                </a:lnTo>
                <a:lnTo>
                  <a:pt x="322275" y="6819900"/>
                </a:lnTo>
                <a:lnTo>
                  <a:pt x="302971" y="6845300"/>
                </a:lnTo>
                <a:lnTo>
                  <a:pt x="283489" y="6870700"/>
                </a:lnTo>
                <a:lnTo>
                  <a:pt x="263855" y="6896100"/>
                </a:lnTo>
                <a:lnTo>
                  <a:pt x="244055" y="6934200"/>
                </a:lnTo>
                <a:lnTo>
                  <a:pt x="203949" y="6985000"/>
                </a:lnTo>
                <a:lnTo>
                  <a:pt x="183642" y="7010400"/>
                </a:lnTo>
                <a:lnTo>
                  <a:pt x="163182" y="7048500"/>
                </a:lnTo>
                <a:lnTo>
                  <a:pt x="132162" y="7086600"/>
                </a:lnTo>
                <a:lnTo>
                  <a:pt x="100812" y="7124700"/>
                </a:lnTo>
                <a:lnTo>
                  <a:pt x="58432" y="7175500"/>
                </a:lnTo>
                <a:lnTo>
                  <a:pt x="36995" y="7200900"/>
                </a:lnTo>
                <a:lnTo>
                  <a:pt x="15405" y="7239000"/>
                </a:lnTo>
                <a:lnTo>
                  <a:pt x="0" y="7251700"/>
                </a:lnTo>
                <a:close/>
              </a:path>
            </a:pathLst>
          </a:custGeom>
          <a:solidFill>
            <a:srgbClr val="FC611F">
              <a:alpha val="11799"/>
            </a:srgbClr>
          </a:solidFill>
        </p:spPr>
        <p:txBody>
          <a:bodyPr wrap="square" lIns="0" tIns="0" rIns="0" bIns="0" rtlCol="0"/>
          <a:lstStyle/>
          <a:p>
            <a:endParaRPr/>
          </a:p>
        </p:txBody>
      </p:sp>
      <p:pic>
        <p:nvPicPr>
          <p:cNvPr id="4" name="object 4"/>
          <p:cNvPicPr/>
          <p:nvPr/>
        </p:nvPicPr>
        <p:blipFill>
          <a:blip r:embed="rId2" cstate="print"/>
          <a:stretch>
            <a:fillRect/>
          </a:stretch>
        </p:blipFill>
        <p:spPr>
          <a:xfrm>
            <a:off x="6731793" y="386214"/>
            <a:ext cx="4468984" cy="1080104"/>
          </a:xfrm>
          <a:prstGeom prst="rect">
            <a:avLst/>
          </a:prstGeom>
        </p:spPr>
      </p:pic>
      <p:sp>
        <p:nvSpPr>
          <p:cNvPr id="5" name="object 5" descr="$PPTXTitle"/>
          <p:cNvSpPr txBox="1">
            <a:spLocks noGrp="1"/>
          </p:cNvSpPr>
          <p:nvPr>
            <p:ph type="title"/>
          </p:nvPr>
        </p:nvSpPr>
        <p:spPr>
          <a:xfrm>
            <a:off x="2243289" y="1626895"/>
            <a:ext cx="14159865" cy="1060450"/>
          </a:xfrm>
          <a:prstGeom prst="rect">
            <a:avLst/>
          </a:prstGeom>
        </p:spPr>
        <p:txBody>
          <a:bodyPr vert="horz" wrap="square" lIns="0" tIns="13335" rIns="0" bIns="0" rtlCol="0">
            <a:spAutoFit/>
          </a:bodyPr>
          <a:lstStyle/>
          <a:p>
            <a:pPr algn="ctr">
              <a:lnSpc>
                <a:spcPts val="3835"/>
              </a:lnSpc>
              <a:spcBef>
                <a:spcPts val="105"/>
              </a:spcBef>
            </a:pPr>
            <a:r>
              <a:rPr sz="3200" spc="-60" dirty="0">
                <a:solidFill>
                  <a:srgbClr val="000000"/>
                </a:solidFill>
                <a:latin typeface="Cambria"/>
                <a:cs typeface="Cambria"/>
              </a:rPr>
              <a:t>Vel</a:t>
            </a:r>
            <a:r>
              <a:rPr sz="3200" spc="-80" dirty="0">
                <a:solidFill>
                  <a:srgbClr val="000000"/>
                </a:solidFill>
                <a:latin typeface="Cambria"/>
                <a:cs typeface="Cambria"/>
              </a:rPr>
              <a:t> </a:t>
            </a:r>
            <a:r>
              <a:rPr sz="3200" spc="-60" dirty="0">
                <a:solidFill>
                  <a:srgbClr val="000000"/>
                </a:solidFill>
                <a:latin typeface="Cambria"/>
                <a:cs typeface="Cambria"/>
              </a:rPr>
              <a:t>Tech</a:t>
            </a:r>
            <a:r>
              <a:rPr sz="3200" spc="-80" dirty="0">
                <a:solidFill>
                  <a:srgbClr val="000000"/>
                </a:solidFill>
                <a:latin typeface="Cambria"/>
                <a:cs typeface="Cambria"/>
              </a:rPr>
              <a:t> </a:t>
            </a:r>
            <a:r>
              <a:rPr sz="3200" spc="-10" dirty="0">
                <a:solidFill>
                  <a:srgbClr val="000000"/>
                </a:solidFill>
                <a:latin typeface="Cambria"/>
                <a:cs typeface="Cambria"/>
              </a:rPr>
              <a:t>Rangarajan</a:t>
            </a:r>
            <a:r>
              <a:rPr sz="3200" spc="-70" dirty="0">
                <a:solidFill>
                  <a:srgbClr val="000000"/>
                </a:solidFill>
                <a:latin typeface="Cambria"/>
                <a:cs typeface="Cambria"/>
              </a:rPr>
              <a:t> </a:t>
            </a:r>
            <a:r>
              <a:rPr sz="3200" spc="-85" dirty="0">
                <a:solidFill>
                  <a:srgbClr val="000000"/>
                </a:solidFill>
                <a:latin typeface="Cambria"/>
                <a:cs typeface="Cambria"/>
              </a:rPr>
              <a:t>Dr.</a:t>
            </a:r>
            <a:r>
              <a:rPr sz="3200" spc="-65" dirty="0">
                <a:solidFill>
                  <a:srgbClr val="000000"/>
                </a:solidFill>
                <a:latin typeface="Cambria"/>
                <a:cs typeface="Cambria"/>
              </a:rPr>
              <a:t> </a:t>
            </a:r>
            <a:r>
              <a:rPr sz="3200" dirty="0">
                <a:solidFill>
                  <a:srgbClr val="000000"/>
                </a:solidFill>
                <a:latin typeface="Cambria"/>
                <a:cs typeface="Cambria"/>
              </a:rPr>
              <a:t>Sagunthala</a:t>
            </a:r>
            <a:r>
              <a:rPr sz="3200" spc="-65" dirty="0">
                <a:solidFill>
                  <a:srgbClr val="000000"/>
                </a:solidFill>
                <a:latin typeface="Cambria"/>
                <a:cs typeface="Cambria"/>
              </a:rPr>
              <a:t> </a:t>
            </a:r>
            <a:r>
              <a:rPr sz="3200" dirty="0">
                <a:solidFill>
                  <a:srgbClr val="000000"/>
                </a:solidFill>
                <a:latin typeface="Cambria"/>
                <a:cs typeface="Cambria"/>
              </a:rPr>
              <a:t>R&amp;D</a:t>
            </a:r>
            <a:r>
              <a:rPr sz="3200" spc="-70" dirty="0">
                <a:solidFill>
                  <a:srgbClr val="000000"/>
                </a:solidFill>
                <a:latin typeface="Cambria"/>
                <a:cs typeface="Cambria"/>
              </a:rPr>
              <a:t> </a:t>
            </a:r>
            <a:r>
              <a:rPr sz="3200" spc="-10" dirty="0">
                <a:solidFill>
                  <a:srgbClr val="000000"/>
                </a:solidFill>
                <a:latin typeface="Cambria"/>
                <a:cs typeface="Cambria"/>
              </a:rPr>
              <a:t>Institute</a:t>
            </a:r>
            <a:r>
              <a:rPr sz="3200" spc="-70" dirty="0">
                <a:solidFill>
                  <a:srgbClr val="000000"/>
                </a:solidFill>
                <a:latin typeface="Cambria"/>
                <a:cs typeface="Cambria"/>
              </a:rPr>
              <a:t> </a:t>
            </a:r>
            <a:r>
              <a:rPr sz="3200" dirty="0">
                <a:solidFill>
                  <a:srgbClr val="000000"/>
                </a:solidFill>
                <a:latin typeface="Cambria"/>
                <a:cs typeface="Cambria"/>
              </a:rPr>
              <a:t>of</a:t>
            </a:r>
            <a:r>
              <a:rPr sz="3200" spc="-65" dirty="0">
                <a:solidFill>
                  <a:srgbClr val="000000"/>
                </a:solidFill>
                <a:latin typeface="Cambria"/>
                <a:cs typeface="Cambria"/>
              </a:rPr>
              <a:t> </a:t>
            </a:r>
            <a:r>
              <a:rPr sz="3200" dirty="0">
                <a:solidFill>
                  <a:srgbClr val="000000"/>
                </a:solidFill>
                <a:latin typeface="Cambria"/>
                <a:cs typeface="Cambria"/>
              </a:rPr>
              <a:t>Science</a:t>
            </a:r>
            <a:r>
              <a:rPr sz="3200" spc="-70" dirty="0">
                <a:solidFill>
                  <a:srgbClr val="000000"/>
                </a:solidFill>
                <a:latin typeface="Cambria"/>
                <a:cs typeface="Cambria"/>
              </a:rPr>
              <a:t> </a:t>
            </a:r>
            <a:r>
              <a:rPr sz="3200" dirty="0">
                <a:solidFill>
                  <a:srgbClr val="000000"/>
                </a:solidFill>
                <a:latin typeface="Cambria"/>
                <a:cs typeface="Cambria"/>
              </a:rPr>
              <a:t>and</a:t>
            </a:r>
            <a:r>
              <a:rPr sz="3200" spc="-70" dirty="0">
                <a:solidFill>
                  <a:srgbClr val="000000"/>
                </a:solidFill>
                <a:latin typeface="Cambria"/>
                <a:cs typeface="Cambria"/>
              </a:rPr>
              <a:t> </a:t>
            </a:r>
            <a:r>
              <a:rPr sz="3200" spc="-10" dirty="0">
                <a:solidFill>
                  <a:srgbClr val="000000"/>
                </a:solidFill>
                <a:latin typeface="Cambria"/>
                <a:cs typeface="Cambria"/>
              </a:rPr>
              <a:t>Technology</a:t>
            </a:r>
            <a:endParaRPr sz="3200">
              <a:latin typeface="Cambria"/>
              <a:cs typeface="Cambria"/>
            </a:endParaRPr>
          </a:p>
          <a:p>
            <a:pPr algn="ctr">
              <a:lnSpc>
                <a:spcPts val="4315"/>
              </a:lnSpc>
            </a:pPr>
            <a:r>
              <a:rPr sz="3600" dirty="0">
                <a:solidFill>
                  <a:srgbClr val="000000"/>
                </a:solidFill>
                <a:latin typeface="Cambria"/>
                <a:cs typeface="Cambria"/>
              </a:rPr>
              <a:t>School</a:t>
            </a:r>
            <a:r>
              <a:rPr sz="3600" spc="-55" dirty="0">
                <a:solidFill>
                  <a:srgbClr val="000000"/>
                </a:solidFill>
                <a:latin typeface="Cambria"/>
                <a:cs typeface="Cambria"/>
              </a:rPr>
              <a:t> </a:t>
            </a:r>
            <a:r>
              <a:rPr sz="3600" dirty="0">
                <a:solidFill>
                  <a:srgbClr val="000000"/>
                </a:solidFill>
                <a:latin typeface="Cambria"/>
                <a:cs typeface="Cambria"/>
              </a:rPr>
              <a:t>of</a:t>
            </a:r>
            <a:r>
              <a:rPr sz="3600" spc="-50" dirty="0">
                <a:solidFill>
                  <a:srgbClr val="000000"/>
                </a:solidFill>
                <a:latin typeface="Cambria"/>
                <a:cs typeface="Cambria"/>
              </a:rPr>
              <a:t> </a:t>
            </a:r>
            <a:r>
              <a:rPr sz="3600" spc="-10" dirty="0">
                <a:solidFill>
                  <a:srgbClr val="000000"/>
                </a:solidFill>
                <a:latin typeface="Cambria"/>
                <a:cs typeface="Cambria"/>
              </a:rPr>
              <a:t>Computing</a:t>
            </a:r>
            <a:endParaRPr sz="3600">
              <a:latin typeface="Cambria"/>
              <a:cs typeface="Cambria"/>
            </a:endParaRPr>
          </a:p>
        </p:txBody>
      </p:sp>
      <p:sp>
        <p:nvSpPr>
          <p:cNvPr id="6" name="object 6"/>
          <p:cNvSpPr txBox="1"/>
          <p:nvPr/>
        </p:nvSpPr>
        <p:spPr>
          <a:xfrm>
            <a:off x="2288539" y="2503693"/>
            <a:ext cx="13178155" cy="4885953"/>
          </a:xfrm>
          <a:prstGeom prst="rect">
            <a:avLst/>
          </a:prstGeom>
        </p:spPr>
        <p:txBody>
          <a:bodyPr vert="horz" wrap="square" lIns="0" tIns="172720" rIns="0" bIns="0" rtlCol="0">
            <a:spAutoFit/>
          </a:bodyPr>
          <a:lstStyle/>
          <a:p>
            <a:pPr marL="890269" algn="ctr">
              <a:lnSpc>
                <a:spcPct val="100000"/>
              </a:lnSpc>
              <a:spcBef>
                <a:spcPts val="1360"/>
              </a:spcBef>
            </a:pPr>
            <a:r>
              <a:rPr sz="3200" b="1" dirty="0">
                <a:latin typeface="Cambria"/>
                <a:cs typeface="Cambria"/>
              </a:rPr>
              <a:t>Department</a:t>
            </a:r>
            <a:r>
              <a:rPr sz="3200" b="1" spc="-80" dirty="0">
                <a:latin typeface="Cambria"/>
                <a:cs typeface="Cambria"/>
              </a:rPr>
              <a:t> </a:t>
            </a:r>
            <a:r>
              <a:rPr sz="3200" b="1" dirty="0">
                <a:latin typeface="Cambria"/>
                <a:cs typeface="Cambria"/>
              </a:rPr>
              <a:t>of</a:t>
            </a:r>
            <a:r>
              <a:rPr sz="3200" b="1" spc="-75" dirty="0">
                <a:latin typeface="Cambria"/>
                <a:cs typeface="Cambria"/>
              </a:rPr>
              <a:t> </a:t>
            </a:r>
            <a:r>
              <a:rPr sz="3200" b="1" dirty="0">
                <a:latin typeface="Cambria"/>
                <a:cs typeface="Cambria"/>
              </a:rPr>
              <a:t>Computer</a:t>
            </a:r>
            <a:r>
              <a:rPr sz="3200" b="1" spc="-80" dirty="0">
                <a:latin typeface="Cambria"/>
                <a:cs typeface="Cambria"/>
              </a:rPr>
              <a:t> </a:t>
            </a:r>
            <a:r>
              <a:rPr sz="3200" b="1" dirty="0">
                <a:latin typeface="Cambria"/>
                <a:cs typeface="Cambria"/>
              </a:rPr>
              <a:t>Science</a:t>
            </a:r>
            <a:r>
              <a:rPr sz="3200" b="1" spc="-80" dirty="0">
                <a:latin typeface="Cambria"/>
                <a:cs typeface="Cambria"/>
              </a:rPr>
              <a:t> </a:t>
            </a:r>
            <a:r>
              <a:rPr sz="3200" b="1" dirty="0">
                <a:latin typeface="Cambria"/>
                <a:cs typeface="Cambria"/>
              </a:rPr>
              <a:t>and</a:t>
            </a:r>
            <a:r>
              <a:rPr sz="3200" b="1" spc="-75" dirty="0">
                <a:latin typeface="Cambria"/>
                <a:cs typeface="Cambria"/>
              </a:rPr>
              <a:t> </a:t>
            </a:r>
            <a:r>
              <a:rPr sz="3200" b="1" spc="-10" dirty="0">
                <a:latin typeface="Cambria"/>
                <a:cs typeface="Cambria"/>
              </a:rPr>
              <a:t>Engineering</a:t>
            </a:r>
            <a:endParaRPr sz="3200" dirty="0">
              <a:latin typeface="Cambria"/>
              <a:cs typeface="Cambria"/>
            </a:endParaRPr>
          </a:p>
          <a:p>
            <a:pPr marL="888365" algn="ctr">
              <a:lnSpc>
                <a:spcPct val="100000"/>
              </a:lnSpc>
              <a:spcBef>
                <a:spcPts val="1090"/>
              </a:spcBef>
            </a:pPr>
            <a:r>
              <a:rPr sz="2800" b="1" spc="220" dirty="0">
                <a:solidFill>
                  <a:srgbClr val="0033CC"/>
                </a:solidFill>
                <a:latin typeface="Cambria"/>
                <a:cs typeface="Cambria"/>
              </a:rPr>
              <a:t>10211CS224</a:t>
            </a:r>
            <a:r>
              <a:rPr sz="2800" b="1" spc="355" dirty="0">
                <a:solidFill>
                  <a:srgbClr val="0033CC"/>
                </a:solidFill>
                <a:latin typeface="Cambria"/>
                <a:cs typeface="Cambria"/>
              </a:rPr>
              <a:t> </a:t>
            </a:r>
            <a:r>
              <a:rPr sz="2800" b="1" spc="250" dirty="0">
                <a:solidFill>
                  <a:srgbClr val="0033CC"/>
                </a:solidFill>
                <a:latin typeface="Cambria"/>
                <a:cs typeface="Cambria"/>
              </a:rPr>
              <a:t>/</a:t>
            </a:r>
            <a:r>
              <a:rPr sz="2800" b="1" spc="355" dirty="0">
                <a:solidFill>
                  <a:srgbClr val="0033CC"/>
                </a:solidFill>
                <a:latin typeface="Cambria"/>
                <a:cs typeface="Cambria"/>
              </a:rPr>
              <a:t> </a:t>
            </a:r>
            <a:r>
              <a:rPr sz="2800" b="1" spc="254" dirty="0">
                <a:solidFill>
                  <a:srgbClr val="0033CC"/>
                </a:solidFill>
                <a:latin typeface="Cambria"/>
                <a:cs typeface="Cambria"/>
              </a:rPr>
              <a:t>FULL</a:t>
            </a:r>
            <a:r>
              <a:rPr sz="2800" b="1" spc="355" dirty="0">
                <a:solidFill>
                  <a:srgbClr val="0033CC"/>
                </a:solidFill>
                <a:latin typeface="Cambria"/>
                <a:cs typeface="Cambria"/>
              </a:rPr>
              <a:t> </a:t>
            </a:r>
            <a:r>
              <a:rPr sz="2800" b="1" spc="305" dirty="0">
                <a:solidFill>
                  <a:srgbClr val="0033CC"/>
                </a:solidFill>
                <a:latin typeface="Cambria"/>
                <a:cs typeface="Cambria"/>
              </a:rPr>
              <a:t>STACK</a:t>
            </a:r>
            <a:r>
              <a:rPr sz="2800" b="1" spc="360" dirty="0">
                <a:solidFill>
                  <a:srgbClr val="0033CC"/>
                </a:solidFill>
                <a:latin typeface="Cambria"/>
                <a:cs typeface="Cambria"/>
              </a:rPr>
              <a:t> </a:t>
            </a:r>
            <a:r>
              <a:rPr sz="2800" b="1" spc="200" dirty="0">
                <a:solidFill>
                  <a:srgbClr val="0033CC"/>
                </a:solidFill>
                <a:latin typeface="Cambria"/>
                <a:cs typeface="Cambria"/>
              </a:rPr>
              <a:t>APPLICATION</a:t>
            </a:r>
            <a:r>
              <a:rPr sz="2800" b="1" spc="355" dirty="0">
                <a:solidFill>
                  <a:srgbClr val="0033CC"/>
                </a:solidFill>
                <a:latin typeface="Cambria"/>
                <a:cs typeface="Cambria"/>
              </a:rPr>
              <a:t> </a:t>
            </a:r>
            <a:r>
              <a:rPr sz="2800" b="1" spc="254" dirty="0">
                <a:solidFill>
                  <a:srgbClr val="0033CC"/>
                </a:solidFill>
                <a:latin typeface="Cambria"/>
                <a:cs typeface="Cambria"/>
              </a:rPr>
              <a:t>DEVELOPMENT</a:t>
            </a:r>
            <a:r>
              <a:rPr sz="2800" b="1" spc="355" dirty="0">
                <a:solidFill>
                  <a:srgbClr val="0033CC"/>
                </a:solidFill>
                <a:latin typeface="Cambria"/>
                <a:cs typeface="Cambria"/>
              </a:rPr>
              <a:t> </a:t>
            </a:r>
            <a:r>
              <a:rPr sz="2800" b="1" spc="145" dirty="0">
                <a:solidFill>
                  <a:srgbClr val="0033CC"/>
                </a:solidFill>
                <a:latin typeface="Cambria"/>
                <a:cs typeface="Cambria"/>
              </a:rPr>
              <a:t>(JAVA)</a:t>
            </a:r>
            <a:endParaRPr sz="2800" dirty="0">
              <a:latin typeface="Cambria"/>
              <a:cs typeface="Cambria"/>
            </a:endParaRPr>
          </a:p>
          <a:p>
            <a:pPr marL="889635" algn="ctr">
              <a:lnSpc>
                <a:spcPct val="100000"/>
              </a:lnSpc>
              <a:spcBef>
                <a:spcPts val="1500"/>
              </a:spcBef>
            </a:pPr>
            <a:r>
              <a:rPr sz="3600" b="1" dirty="0">
                <a:solidFill>
                  <a:srgbClr val="C00000"/>
                </a:solidFill>
                <a:latin typeface="Arial"/>
                <a:cs typeface="Arial"/>
              </a:rPr>
              <a:t>END</a:t>
            </a:r>
            <a:r>
              <a:rPr sz="3600" b="1" spc="-95" dirty="0">
                <a:solidFill>
                  <a:srgbClr val="C00000"/>
                </a:solidFill>
                <a:latin typeface="Arial"/>
                <a:cs typeface="Arial"/>
              </a:rPr>
              <a:t> </a:t>
            </a:r>
            <a:r>
              <a:rPr sz="3600" b="1" dirty="0">
                <a:solidFill>
                  <a:srgbClr val="C00000"/>
                </a:solidFill>
                <a:latin typeface="Arial"/>
                <a:cs typeface="Arial"/>
              </a:rPr>
              <a:t>SEMESTER</a:t>
            </a:r>
            <a:r>
              <a:rPr sz="3600" b="1" spc="-95" dirty="0">
                <a:solidFill>
                  <a:srgbClr val="C00000"/>
                </a:solidFill>
                <a:latin typeface="Arial"/>
                <a:cs typeface="Arial"/>
              </a:rPr>
              <a:t> </a:t>
            </a:r>
            <a:r>
              <a:rPr sz="3600" b="1" dirty="0">
                <a:solidFill>
                  <a:srgbClr val="C00000"/>
                </a:solidFill>
                <a:latin typeface="Arial"/>
                <a:cs typeface="Arial"/>
              </a:rPr>
              <a:t>PROJECT</a:t>
            </a:r>
            <a:r>
              <a:rPr sz="3600" b="1" spc="-85" dirty="0">
                <a:solidFill>
                  <a:srgbClr val="C00000"/>
                </a:solidFill>
                <a:latin typeface="Arial"/>
                <a:cs typeface="Arial"/>
              </a:rPr>
              <a:t> </a:t>
            </a:r>
            <a:r>
              <a:rPr sz="3600" b="1" spc="-10" dirty="0">
                <a:solidFill>
                  <a:srgbClr val="C00000"/>
                </a:solidFill>
                <a:latin typeface="Arial"/>
                <a:cs typeface="Arial"/>
              </a:rPr>
              <a:t>REVIEW</a:t>
            </a:r>
            <a:endParaRPr sz="3600" dirty="0">
              <a:latin typeface="Arial"/>
              <a:cs typeface="Arial"/>
            </a:endParaRPr>
          </a:p>
          <a:p>
            <a:pPr>
              <a:lnSpc>
                <a:spcPct val="100000"/>
              </a:lnSpc>
              <a:spcBef>
                <a:spcPts val="180"/>
              </a:spcBef>
            </a:pPr>
            <a:endParaRPr sz="3600" dirty="0">
              <a:latin typeface="Arial"/>
              <a:cs typeface="Arial"/>
            </a:endParaRPr>
          </a:p>
          <a:p>
            <a:pPr marL="890269" algn="ctr">
              <a:lnSpc>
                <a:spcPct val="100000"/>
              </a:lnSpc>
            </a:pPr>
            <a:r>
              <a:rPr sz="3600" b="1" dirty="0">
                <a:solidFill>
                  <a:srgbClr val="C00000"/>
                </a:solidFill>
                <a:latin typeface="Arial"/>
                <a:cs typeface="Arial"/>
              </a:rPr>
              <a:t>Date:</a:t>
            </a:r>
            <a:r>
              <a:rPr sz="3600" b="1" spc="-45" dirty="0">
                <a:solidFill>
                  <a:srgbClr val="C00000"/>
                </a:solidFill>
                <a:latin typeface="Arial"/>
                <a:cs typeface="Arial"/>
              </a:rPr>
              <a:t> </a:t>
            </a:r>
            <a:r>
              <a:rPr sz="3600" b="1" spc="-10" dirty="0">
                <a:solidFill>
                  <a:srgbClr val="C00000"/>
                </a:solidFill>
                <a:latin typeface="Arial"/>
                <a:cs typeface="Arial"/>
              </a:rPr>
              <a:t>06-05-</a:t>
            </a:r>
            <a:r>
              <a:rPr sz="3600" b="1" spc="-20" dirty="0">
                <a:solidFill>
                  <a:srgbClr val="C00000"/>
                </a:solidFill>
                <a:latin typeface="Arial"/>
                <a:cs typeface="Arial"/>
              </a:rPr>
              <a:t>2026</a:t>
            </a:r>
            <a:endParaRPr sz="3600" dirty="0">
              <a:latin typeface="Arial"/>
              <a:cs typeface="Arial"/>
            </a:endParaRPr>
          </a:p>
          <a:p>
            <a:pPr marL="2501265" marR="1461770" indent="151765" algn="ctr">
              <a:lnSpc>
                <a:spcPct val="100000"/>
              </a:lnSpc>
              <a:spcBef>
                <a:spcPts val="1639"/>
              </a:spcBef>
            </a:pPr>
            <a:r>
              <a:rPr sz="3200" b="1" dirty="0">
                <a:solidFill>
                  <a:srgbClr val="0033CC"/>
                </a:solidFill>
                <a:latin typeface="Times New Roman"/>
                <a:cs typeface="Times New Roman"/>
              </a:rPr>
              <a:t>SMART</a:t>
            </a:r>
            <a:r>
              <a:rPr sz="3200" b="1" spc="-135" dirty="0">
                <a:solidFill>
                  <a:srgbClr val="0033CC"/>
                </a:solidFill>
                <a:latin typeface="Times New Roman"/>
                <a:cs typeface="Times New Roman"/>
              </a:rPr>
              <a:t> </a:t>
            </a:r>
            <a:r>
              <a:rPr sz="3200" b="1" dirty="0">
                <a:solidFill>
                  <a:srgbClr val="0033CC"/>
                </a:solidFill>
                <a:latin typeface="Times New Roman"/>
                <a:cs typeface="Times New Roman"/>
              </a:rPr>
              <a:t>CAMPUS</a:t>
            </a:r>
            <a:r>
              <a:rPr sz="3200" b="1" spc="-40" dirty="0">
                <a:solidFill>
                  <a:srgbClr val="0033CC"/>
                </a:solidFill>
                <a:latin typeface="Times New Roman"/>
                <a:cs typeface="Times New Roman"/>
              </a:rPr>
              <a:t> </a:t>
            </a:r>
            <a:r>
              <a:rPr sz="3200" b="1" dirty="0">
                <a:solidFill>
                  <a:srgbClr val="0033CC"/>
                </a:solidFill>
                <a:latin typeface="Times New Roman"/>
                <a:cs typeface="Times New Roman"/>
              </a:rPr>
              <a:t>EVENT</a:t>
            </a:r>
            <a:r>
              <a:rPr sz="3200" b="1" spc="-95" dirty="0">
                <a:solidFill>
                  <a:srgbClr val="0033CC"/>
                </a:solidFill>
                <a:latin typeface="Times New Roman"/>
                <a:cs typeface="Times New Roman"/>
              </a:rPr>
              <a:t> </a:t>
            </a:r>
            <a:r>
              <a:rPr sz="3200" b="1" spc="-10" dirty="0">
                <a:solidFill>
                  <a:srgbClr val="0033CC"/>
                </a:solidFill>
                <a:latin typeface="Times New Roman"/>
                <a:cs typeface="Times New Roman"/>
              </a:rPr>
              <a:t>MANAGEMENT</a:t>
            </a:r>
            <a:r>
              <a:rPr lang="en-IN" sz="3200" b="1" spc="-245" dirty="0">
                <a:solidFill>
                  <a:srgbClr val="0033CC"/>
                </a:solidFill>
                <a:latin typeface="Times New Roman"/>
                <a:cs typeface="Times New Roman"/>
              </a:rPr>
              <a:t> </a:t>
            </a:r>
            <a:r>
              <a:rPr lang="en-IN" sz="3200" b="1" spc="-25" dirty="0">
                <a:solidFill>
                  <a:srgbClr val="0033CC"/>
                </a:solidFill>
                <a:latin typeface="Times New Roman"/>
                <a:cs typeface="Times New Roman"/>
              </a:rPr>
              <a:t>AND </a:t>
            </a:r>
            <a:r>
              <a:rPr lang="en-IN" sz="3200" b="1" dirty="0">
                <a:solidFill>
                  <a:srgbClr val="0033CC"/>
                </a:solidFill>
                <a:latin typeface="Times New Roman"/>
                <a:cs typeface="Times New Roman"/>
              </a:rPr>
              <a:t>SYSTEM</a:t>
            </a:r>
            <a:endParaRPr sz="3200" dirty="0">
              <a:latin typeface="Times New Roman"/>
              <a:cs typeface="Times New Roman"/>
            </a:endParaRPr>
          </a:p>
          <a:p>
            <a:pPr marL="12700">
              <a:lnSpc>
                <a:spcPct val="100000"/>
              </a:lnSpc>
              <a:spcBef>
                <a:spcPts val="2050"/>
              </a:spcBef>
            </a:pPr>
            <a:r>
              <a:rPr sz="2000" b="1" dirty="0">
                <a:latin typeface="Cambria"/>
                <a:cs typeface="Cambria"/>
              </a:rPr>
              <a:t>SDG:</a:t>
            </a:r>
            <a:r>
              <a:rPr sz="2000" b="1" spc="400" dirty="0">
                <a:latin typeface="Cambria"/>
                <a:cs typeface="Cambria"/>
              </a:rPr>
              <a:t> </a:t>
            </a:r>
            <a:r>
              <a:rPr sz="2000" b="1" dirty="0">
                <a:latin typeface="Cambria"/>
                <a:cs typeface="Cambria"/>
              </a:rPr>
              <a:t>4</a:t>
            </a:r>
            <a:r>
              <a:rPr sz="2000" b="1" spc="-15" dirty="0">
                <a:latin typeface="Cambria"/>
                <a:cs typeface="Cambria"/>
              </a:rPr>
              <a:t> </a:t>
            </a:r>
            <a:r>
              <a:rPr sz="2000" b="1" dirty="0">
                <a:latin typeface="Cambria"/>
                <a:cs typeface="Cambria"/>
              </a:rPr>
              <a:t>–</a:t>
            </a:r>
            <a:r>
              <a:rPr sz="2000" b="1" spc="-20" dirty="0">
                <a:latin typeface="Cambria"/>
                <a:cs typeface="Cambria"/>
              </a:rPr>
              <a:t> </a:t>
            </a:r>
            <a:r>
              <a:rPr sz="2000" b="1" dirty="0">
                <a:latin typeface="Cambria"/>
                <a:cs typeface="Cambria"/>
              </a:rPr>
              <a:t>Quality</a:t>
            </a:r>
            <a:r>
              <a:rPr sz="2000" b="1" spc="-20" dirty="0">
                <a:latin typeface="Cambria"/>
                <a:cs typeface="Cambria"/>
              </a:rPr>
              <a:t> </a:t>
            </a:r>
            <a:r>
              <a:rPr sz="2000" b="1" spc="-10" dirty="0">
                <a:latin typeface="Cambria"/>
                <a:cs typeface="Cambria"/>
              </a:rPr>
              <a:t>Education</a:t>
            </a:r>
            <a:endParaRPr sz="2000" dirty="0">
              <a:latin typeface="Cambria"/>
              <a:cs typeface="Cambria"/>
            </a:endParaRPr>
          </a:p>
        </p:txBody>
      </p:sp>
      <p:sp>
        <p:nvSpPr>
          <p:cNvPr id="7" name="object 7"/>
          <p:cNvSpPr txBox="1"/>
          <p:nvPr/>
        </p:nvSpPr>
        <p:spPr>
          <a:xfrm>
            <a:off x="972604" y="7782762"/>
            <a:ext cx="6732905" cy="1397000"/>
          </a:xfrm>
          <a:prstGeom prst="rect">
            <a:avLst/>
          </a:prstGeom>
        </p:spPr>
        <p:txBody>
          <a:bodyPr vert="horz" wrap="square" lIns="0" tIns="241300" rIns="0" bIns="0" rtlCol="0">
            <a:spAutoFit/>
          </a:bodyPr>
          <a:lstStyle/>
          <a:p>
            <a:pPr marL="12700">
              <a:lnSpc>
                <a:spcPct val="100000"/>
              </a:lnSpc>
              <a:spcBef>
                <a:spcPts val="1900"/>
              </a:spcBef>
            </a:pPr>
            <a:r>
              <a:rPr sz="3000" b="1" spc="-10" dirty="0">
                <a:latin typeface="Cambria"/>
                <a:cs typeface="Cambria"/>
              </a:rPr>
              <a:t>Presented</a:t>
            </a:r>
            <a:r>
              <a:rPr sz="3000" b="1" spc="-85" dirty="0">
                <a:latin typeface="Cambria"/>
                <a:cs typeface="Cambria"/>
              </a:rPr>
              <a:t> </a:t>
            </a:r>
            <a:r>
              <a:rPr sz="3000" b="1" spc="-25" dirty="0">
                <a:latin typeface="Cambria"/>
                <a:cs typeface="Cambria"/>
              </a:rPr>
              <a:t>By:</a:t>
            </a:r>
            <a:endParaRPr sz="3000" dirty="0">
              <a:latin typeface="Cambria"/>
              <a:cs typeface="Cambria"/>
            </a:endParaRPr>
          </a:p>
          <a:p>
            <a:pPr marL="12700">
              <a:lnSpc>
                <a:spcPct val="100000"/>
              </a:lnSpc>
              <a:spcBef>
                <a:spcPts val="1800"/>
              </a:spcBef>
            </a:pPr>
            <a:r>
              <a:rPr lang="en-IN" sz="3000" dirty="0">
                <a:latin typeface="Cambria"/>
                <a:cs typeface="Cambria"/>
              </a:rPr>
              <a:t>B. MANOJ</a:t>
            </a:r>
            <a:r>
              <a:rPr sz="3000" dirty="0">
                <a:latin typeface="Cambria"/>
                <a:cs typeface="Cambria"/>
              </a:rPr>
              <a:t>–</a:t>
            </a:r>
            <a:r>
              <a:rPr sz="3000" spc="-55" dirty="0">
                <a:latin typeface="Cambria"/>
                <a:cs typeface="Cambria"/>
              </a:rPr>
              <a:t> </a:t>
            </a:r>
            <a:r>
              <a:rPr sz="3000" dirty="0">
                <a:latin typeface="Cambria"/>
                <a:cs typeface="Cambria"/>
              </a:rPr>
              <a:t>VTU26</a:t>
            </a:r>
            <a:r>
              <a:rPr lang="en-IN" sz="3000" dirty="0">
                <a:latin typeface="Cambria"/>
                <a:cs typeface="Cambria"/>
              </a:rPr>
              <a:t>671</a:t>
            </a:r>
            <a:r>
              <a:rPr sz="3000" spc="-55" dirty="0">
                <a:latin typeface="Cambria"/>
                <a:cs typeface="Cambria"/>
              </a:rPr>
              <a:t> </a:t>
            </a:r>
            <a:r>
              <a:rPr sz="3000" dirty="0">
                <a:latin typeface="Cambria"/>
                <a:cs typeface="Cambria"/>
              </a:rPr>
              <a:t>–</a:t>
            </a:r>
            <a:r>
              <a:rPr sz="3000" spc="-55" dirty="0">
                <a:latin typeface="Cambria"/>
                <a:cs typeface="Cambria"/>
              </a:rPr>
              <a:t> </a:t>
            </a:r>
            <a:r>
              <a:rPr sz="3000" spc="-10" dirty="0">
                <a:latin typeface="Cambria"/>
                <a:cs typeface="Cambria"/>
              </a:rPr>
              <a:t>23UECS</a:t>
            </a:r>
            <a:r>
              <a:rPr lang="en-IN" sz="3000" spc="-10" dirty="0">
                <a:latin typeface="Cambria"/>
                <a:cs typeface="Cambria"/>
              </a:rPr>
              <a:t>0067</a:t>
            </a:r>
            <a:endParaRPr sz="3000" dirty="0">
              <a:latin typeface="Cambria"/>
              <a:cs typeface="Cambria"/>
            </a:endParaRPr>
          </a:p>
        </p:txBody>
      </p:sp>
      <p:sp>
        <p:nvSpPr>
          <p:cNvPr id="8" name="object 8"/>
          <p:cNvSpPr txBox="1"/>
          <p:nvPr/>
        </p:nvSpPr>
        <p:spPr>
          <a:xfrm>
            <a:off x="11023777" y="7800809"/>
            <a:ext cx="5245100" cy="1397000"/>
          </a:xfrm>
          <a:prstGeom prst="rect">
            <a:avLst/>
          </a:prstGeom>
        </p:spPr>
        <p:txBody>
          <a:bodyPr vert="horz" wrap="square" lIns="0" tIns="241300" rIns="0" bIns="0" rtlCol="0">
            <a:spAutoFit/>
          </a:bodyPr>
          <a:lstStyle/>
          <a:p>
            <a:pPr marL="12700">
              <a:lnSpc>
                <a:spcPct val="100000"/>
              </a:lnSpc>
              <a:spcBef>
                <a:spcPts val="1900"/>
              </a:spcBef>
            </a:pPr>
            <a:r>
              <a:rPr sz="3000" b="1" dirty="0">
                <a:latin typeface="Cambria"/>
                <a:cs typeface="Cambria"/>
              </a:rPr>
              <a:t>Courses</a:t>
            </a:r>
            <a:r>
              <a:rPr sz="3000" b="1" spc="-90" dirty="0">
                <a:latin typeface="Cambria"/>
                <a:cs typeface="Cambria"/>
              </a:rPr>
              <a:t> </a:t>
            </a:r>
            <a:r>
              <a:rPr sz="3000" b="1" dirty="0">
                <a:latin typeface="Cambria"/>
                <a:cs typeface="Cambria"/>
              </a:rPr>
              <a:t>Handling</a:t>
            </a:r>
            <a:r>
              <a:rPr sz="3000" b="1" spc="-90" dirty="0">
                <a:latin typeface="Cambria"/>
                <a:cs typeface="Cambria"/>
              </a:rPr>
              <a:t> </a:t>
            </a:r>
            <a:r>
              <a:rPr sz="3000" b="1" spc="-10" dirty="0">
                <a:latin typeface="Cambria"/>
                <a:cs typeface="Cambria"/>
              </a:rPr>
              <a:t>Faculty:</a:t>
            </a:r>
            <a:endParaRPr sz="3000">
              <a:latin typeface="Cambria"/>
              <a:cs typeface="Cambria"/>
            </a:endParaRPr>
          </a:p>
          <a:p>
            <a:pPr marL="12700">
              <a:lnSpc>
                <a:spcPct val="100000"/>
              </a:lnSpc>
              <a:spcBef>
                <a:spcPts val="1800"/>
              </a:spcBef>
            </a:pPr>
            <a:r>
              <a:rPr sz="3000" spc="-85" dirty="0">
                <a:latin typeface="Cambria"/>
                <a:cs typeface="Cambria"/>
              </a:rPr>
              <a:t>Dr.</a:t>
            </a:r>
            <a:r>
              <a:rPr sz="3000" spc="-55" dirty="0">
                <a:latin typeface="Cambria"/>
                <a:cs typeface="Cambria"/>
              </a:rPr>
              <a:t> </a:t>
            </a:r>
            <a:r>
              <a:rPr sz="3000" dirty="0">
                <a:latin typeface="Cambria"/>
                <a:cs typeface="Cambria"/>
              </a:rPr>
              <a:t>S</a:t>
            </a:r>
            <a:r>
              <a:rPr sz="3000" spc="-45" dirty="0">
                <a:latin typeface="Cambria"/>
                <a:cs typeface="Cambria"/>
              </a:rPr>
              <a:t> </a:t>
            </a:r>
            <a:r>
              <a:rPr sz="3000" dirty="0">
                <a:latin typeface="Cambria"/>
                <a:cs typeface="Cambria"/>
              </a:rPr>
              <a:t>.</a:t>
            </a:r>
            <a:r>
              <a:rPr sz="3000" spc="-50" dirty="0">
                <a:latin typeface="Cambria"/>
                <a:cs typeface="Cambria"/>
              </a:rPr>
              <a:t> </a:t>
            </a:r>
            <a:r>
              <a:rPr sz="3000" dirty="0">
                <a:latin typeface="Cambria"/>
                <a:cs typeface="Cambria"/>
              </a:rPr>
              <a:t>HEMAMALINI</a:t>
            </a:r>
            <a:r>
              <a:rPr sz="3000" spc="-45" dirty="0">
                <a:latin typeface="Cambria"/>
                <a:cs typeface="Cambria"/>
              </a:rPr>
              <a:t> </a:t>
            </a:r>
            <a:r>
              <a:rPr sz="3000" dirty="0">
                <a:latin typeface="Cambria"/>
                <a:cs typeface="Cambria"/>
              </a:rPr>
              <a:t>–</a:t>
            </a:r>
            <a:r>
              <a:rPr sz="3000" spc="-50" dirty="0">
                <a:latin typeface="Cambria"/>
                <a:cs typeface="Cambria"/>
              </a:rPr>
              <a:t> </a:t>
            </a:r>
            <a:r>
              <a:rPr sz="3000" dirty="0">
                <a:latin typeface="Cambria"/>
                <a:cs typeface="Cambria"/>
              </a:rPr>
              <a:t>M.E.,</a:t>
            </a:r>
            <a:r>
              <a:rPr sz="3000" spc="-50" dirty="0">
                <a:latin typeface="Cambria"/>
                <a:cs typeface="Cambria"/>
              </a:rPr>
              <a:t> </a:t>
            </a:r>
            <a:r>
              <a:rPr sz="3000" spc="-20" dirty="0">
                <a:latin typeface="Cambria"/>
                <a:cs typeface="Cambria"/>
              </a:rPr>
              <a:t>Ph.D</a:t>
            </a:r>
            <a:endParaRPr sz="3000">
              <a:latin typeface="Cambria"/>
              <a:cs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313416" y="910463"/>
            <a:ext cx="945883" cy="236473"/>
          </a:xfrm>
          <a:prstGeom prst="rect">
            <a:avLst/>
          </a:prstGeom>
        </p:spPr>
      </p:pic>
      <p:sp>
        <p:nvSpPr>
          <p:cNvPr id="3" name="object 3"/>
          <p:cNvSpPr/>
          <p:nvPr/>
        </p:nvSpPr>
        <p:spPr>
          <a:xfrm>
            <a:off x="706081" y="1952205"/>
            <a:ext cx="992505" cy="992505"/>
          </a:xfrm>
          <a:custGeom>
            <a:avLst/>
            <a:gdLst/>
            <a:ahLst/>
            <a:cxnLst/>
            <a:rect l="l" t="t" r="r" b="b"/>
            <a:pathLst>
              <a:path w="992505" h="992505">
                <a:moveTo>
                  <a:pt x="496227" y="992454"/>
                </a:moveTo>
                <a:lnTo>
                  <a:pt x="448437" y="990182"/>
                </a:lnTo>
                <a:lnTo>
                  <a:pt x="401933" y="983506"/>
                </a:lnTo>
                <a:lnTo>
                  <a:pt x="356922" y="972634"/>
                </a:lnTo>
                <a:lnTo>
                  <a:pt x="313612" y="957773"/>
                </a:lnTo>
                <a:lnTo>
                  <a:pt x="272211" y="939131"/>
                </a:lnTo>
                <a:lnTo>
                  <a:pt x="232927" y="916917"/>
                </a:lnTo>
                <a:lnTo>
                  <a:pt x="195968" y="891338"/>
                </a:lnTo>
                <a:lnTo>
                  <a:pt x="161541" y="862602"/>
                </a:lnTo>
                <a:lnTo>
                  <a:pt x="129856" y="830917"/>
                </a:lnTo>
                <a:lnTo>
                  <a:pt x="101119" y="796491"/>
                </a:lnTo>
                <a:lnTo>
                  <a:pt x="75539" y="759532"/>
                </a:lnTo>
                <a:lnTo>
                  <a:pt x="53324" y="720248"/>
                </a:lnTo>
                <a:lnTo>
                  <a:pt x="34682" y="678846"/>
                </a:lnTo>
                <a:lnTo>
                  <a:pt x="19820" y="635535"/>
                </a:lnTo>
                <a:lnTo>
                  <a:pt x="8947" y="590523"/>
                </a:lnTo>
                <a:lnTo>
                  <a:pt x="2271" y="544018"/>
                </a:lnTo>
                <a:lnTo>
                  <a:pt x="0" y="496227"/>
                </a:lnTo>
                <a:lnTo>
                  <a:pt x="2271" y="448435"/>
                </a:lnTo>
                <a:lnTo>
                  <a:pt x="8947" y="401930"/>
                </a:lnTo>
                <a:lnTo>
                  <a:pt x="19820" y="356918"/>
                </a:lnTo>
                <a:lnTo>
                  <a:pt x="34682" y="313607"/>
                </a:lnTo>
                <a:lnTo>
                  <a:pt x="53324" y="272206"/>
                </a:lnTo>
                <a:lnTo>
                  <a:pt x="75539" y="232921"/>
                </a:lnTo>
                <a:lnTo>
                  <a:pt x="101119" y="195962"/>
                </a:lnTo>
                <a:lnTo>
                  <a:pt x="129856" y="161536"/>
                </a:lnTo>
                <a:lnTo>
                  <a:pt x="161541" y="129851"/>
                </a:lnTo>
                <a:lnTo>
                  <a:pt x="195968" y="101115"/>
                </a:lnTo>
                <a:lnTo>
                  <a:pt x="232927" y="75536"/>
                </a:lnTo>
                <a:lnTo>
                  <a:pt x="272211" y="53322"/>
                </a:lnTo>
                <a:lnTo>
                  <a:pt x="313612" y="34680"/>
                </a:lnTo>
                <a:lnTo>
                  <a:pt x="356922" y="19819"/>
                </a:lnTo>
                <a:lnTo>
                  <a:pt x="401933" y="8947"/>
                </a:lnTo>
                <a:lnTo>
                  <a:pt x="448437" y="2271"/>
                </a:lnTo>
                <a:lnTo>
                  <a:pt x="496227" y="0"/>
                </a:lnTo>
                <a:lnTo>
                  <a:pt x="544018" y="2271"/>
                </a:lnTo>
                <a:lnTo>
                  <a:pt x="590524" y="8947"/>
                </a:lnTo>
                <a:lnTo>
                  <a:pt x="635537" y="19819"/>
                </a:lnTo>
                <a:lnTo>
                  <a:pt x="678848" y="34680"/>
                </a:lnTo>
                <a:lnTo>
                  <a:pt x="720250" y="53322"/>
                </a:lnTo>
                <a:lnTo>
                  <a:pt x="759535" y="75536"/>
                </a:lnTo>
                <a:lnTo>
                  <a:pt x="796496" y="101115"/>
                </a:lnTo>
                <a:lnTo>
                  <a:pt x="830923" y="129851"/>
                </a:lnTo>
                <a:lnTo>
                  <a:pt x="862609" y="161536"/>
                </a:lnTo>
                <a:lnTo>
                  <a:pt x="891346" y="195962"/>
                </a:lnTo>
                <a:lnTo>
                  <a:pt x="916926" y="232921"/>
                </a:lnTo>
                <a:lnTo>
                  <a:pt x="939141" y="272206"/>
                </a:lnTo>
                <a:lnTo>
                  <a:pt x="957784" y="313607"/>
                </a:lnTo>
                <a:lnTo>
                  <a:pt x="972645" y="356918"/>
                </a:lnTo>
                <a:lnTo>
                  <a:pt x="983518" y="401930"/>
                </a:lnTo>
                <a:lnTo>
                  <a:pt x="990195" y="448435"/>
                </a:lnTo>
                <a:lnTo>
                  <a:pt x="992466" y="496227"/>
                </a:lnTo>
                <a:lnTo>
                  <a:pt x="990195" y="544018"/>
                </a:lnTo>
                <a:lnTo>
                  <a:pt x="983518" y="590523"/>
                </a:lnTo>
                <a:lnTo>
                  <a:pt x="972645" y="635535"/>
                </a:lnTo>
                <a:lnTo>
                  <a:pt x="957784" y="678846"/>
                </a:lnTo>
                <a:lnTo>
                  <a:pt x="939141" y="720248"/>
                </a:lnTo>
                <a:lnTo>
                  <a:pt x="916926" y="759532"/>
                </a:lnTo>
                <a:lnTo>
                  <a:pt x="891346" y="796491"/>
                </a:lnTo>
                <a:lnTo>
                  <a:pt x="862609" y="830917"/>
                </a:lnTo>
                <a:lnTo>
                  <a:pt x="830923" y="862602"/>
                </a:lnTo>
                <a:lnTo>
                  <a:pt x="796496" y="891338"/>
                </a:lnTo>
                <a:lnTo>
                  <a:pt x="759535" y="916917"/>
                </a:lnTo>
                <a:lnTo>
                  <a:pt x="720250" y="939131"/>
                </a:lnTo>
                <a:lnTo>
                  <a:pt x="678848" y="957773"/>
                </a:lnTo>
                <a:lnTo>
                  <a:pt x="635537" y="972634"/>
                </a:lnTo>
                <a:lnTo>
                  <a:pt x="590524" y="983506"/>
                </a:lnTo>
                <a:lnTo>
                  <a:pt x="544018" y="990182"/>
                </a:lnTo>
                <a:lnTo>
                  <a:pt x="496227" y="992454"/>
                </a:lnTo>
                <a:close/>
              </a:path>
            </a:pathLst>
          </a:custGeom>
          <a:solidFill>
            <a:srgbClr val="FC611F"/>
          </a:solidFill>
        </p:spPr>
        <p:txBody>
          <a:bodyPr wrap="square" lIns="0" tIns="0" rIns="0" bIns="0" rtlCol="0"/>
          <a:lstStyle/>
          <a:p>
            <a:endParaRPr/>
          </a:p>
        </p:txBody>
      </p:sp>
      <p:sp>
        <p:nvSpPr>
          <p:cNvPr id="4" name="object 4"/>
          <p:cNvSpPr txBox="1"/>
          <p:nvPr/>
        </p:nvSpPr>
        <p:spPr>
          <a:xfrm>
            <a:off x="1128052" y="2203424"/>
            <a:ext cx="148590" cy="436880"/>
          </a:xfrm>
          <a:prstGeom prst="rect">
            <a:avLst/>
          </a:prstGeom>
        </p:spPr>
        <p:txBody>
          <a:bodyPr vert="horz" wrap="square" lIns="0" tIns="12700" rIns="0" bIns="0" rtlCol="0">
            <a:spAutoFit/>
          </a:bodyPr>
          <a:lstStyle/>
          <a:p>
            <a:pPr marL="12700">
              <a:lnSpc>
                <a:spcPct val="100000"/>
              </a:lnSpc>
              <a:spcBef>
                <a:spcPts val="100"/>
              </a:spcBef>
            </a:pPr>
            <a:r>
              <a:rPr sz="2700" spc="-570" dirty="0">
                <a:solidFill>
                  <a:srgbClr val="FFFDFD"/>
                </a:solidFill>
                <a:latin typeface="Tahoma"/>
                <a:cs typeface="Tahoma"/>
              </a:rPr>
              <a:t>1</a:t>
            </a:r>
            <a:endParaRPr sz="2700">
              <a:latin typeface="Tahoma"/>
              <a:cs typeface="Tahoma"/>
            </a:endParaRPr>
          </a:p>
        </p:txBody>
      </p:sp>
      <p:pic>
        <p:nvPicPr>
          <p:cNvPr id="5" name="object 5"/>
          <p:cNvPicPr/>
          <p:nvPr/>
        </p:nvPicPr>
        <p:blipFill>
          <a:blip r:embed="rId3" cstate="print"/>
          <a:stretch>
            <a:fillRect/>
          </a:stretch>
        </p:blipFill>
        <p:spPr>
          <a:xfrm>
            <a:off x="943559" y="4442574"/>
            <a:ext cx="517512" cy="552450"/>
          </a:xfrm>
          <a:prstGeom prst="rect">
            <a:avLst/>
          </a:prstGeom>
        </p:spPr>
      </p:pic>
      <p:sp>
        <p:nvSpPr>
          <p:cNvPr id="6" name="object 6"/>
          <p:cNvSpPr txBox="1"/>
          <p:nvPr/>
        </p:nvSpPr>
        <p:spPr>
          <a:xfrm>
            <a:off x="1117155" y="4572533"/>
            <a:ext cx="170815" cy="285750"/>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pic>
        <p:nvPicPr>
          <p:cNvPr id="7" name="object 7"/>
          <p:cNvPicPr/>
          <p:nvPr/>
        </p:nvPicPr>
        <p:blipFill>
          <a:blip r:embed="rId4" cstate="print"/>
          <a:stretch>
            <a:fillRect/>
          </a:stretch>
        </p:blipFill>
        <p:spPr>
          <a:xfrm>
            <a:off x="943559" y="3102597"/>
            <a:ext cx="517512" cy="552450"/>
          </a:xfrm>
          <a:prstGeom prst="rect">
            <a:avLst/>
          </a:prstGeom>
        </p:spPr>
      </p:pic>
      <p:sp>
        <p:nvSpPr>
          <p:cNvPr id="8" name="object 8"/>
          <p:cNvSpPr txBox="1"/>
          <p:nvPr/>
        </p:nvSpPr>
        <p:spPr>
          <a:xfrm>
            <a:off x="1124775" y="3232555"/>
            <a:ext cx="155575" cy="285750"/>
          </a:xfrm>
          <a:prstGeom prst="rect">
            <a:avLst/>
          </a:prstGeom>
        </p:spPr>
        <p:txBody>
          <a:bodyPr vert="horz" wrap="square" lIns="0" tIns="13335" rIns="0" bIns="0" rtlCol="0">
            <a:spAutoFit/>
          </a:bodyPr>
          <a:lstStyle/>
          <a:p>
            <a:pPr marL="12700">
              <a:lnSpc>
                <a:spcPct val="100000"/>
              </a:lnSpc>
              <a:spcBef>
                <a:spcPts val="105"/>
              </a:spcBef>
            </a:pPr>
            <a:r>
              <a:rPr sz="1700" spc="40" dirty="0">
                <a:solidFill>
                  <a:srgbClr val="181818"/>
                </a:solidFill>
                <a:latin typeface="Tahoma"/>
                <a:cs typeface="Tahoma"/>
              </a:rPr>
              <a:t>2</a:t>
            </a:r>
            <a:endParaRPr sz="1700">
              <a:latin typeface="Tahoma"/>
              <a:cs typeface="Tahoma"/>
            </a:endParaRPr>
          </a:p>
        </p:txBody>
      </p:sp>
      <p:pic>
        <p:nvPicPr>
          <p:cNvPr id="9" name="object 9"/>
          <p:cNvPicPr/>
          <p:nvPr/>
        </p:nvPicPr>
        <p:blipFill>
          <a:blip r:embed="rId5" cstate="print"/>
          <a:stretch>
            <a:fillRect/>
          </a:stretch>
        </p:blipFill>
        <p:spPr>
          <a:xfrm>
            <a:off x="943559" y="5110988"/>
            <a:ext cx="517512" cy="552450"/>
          </a:xfrm>
          <a:prstGeom prst="rect">
            <a:avLst/>
          </a:prstGeom>
        </p:spPr>
      </p:pic>
      <p:sp>
        <p:nvSpPr>
          <p:cNvPr id="10" name="object 10"/>
          <p:cNvSpPr txBox="1"/>
          <p:nvPr/>
        </p:nvSpPr>
        <p:spPr>
          <a:xfrm>
            <a:off x="1123505" y="5240947"/>
            <a:ext cx="158115" cy="285750"/>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pic>
        <p:nvPicPr>
          <p:cNvPr id="11" name="object 11"/>
          <p:cNvPicPr/>
          <p:nvPr/>
        </p:nvPicPr>
        <p:blipFill>
          <a:blip r:embed="rId6" cstate="print"/>
          <a:stretch>
            <a:fillRect/>
          </a:stretch>
        </p:blipFill>
        <p:spPr>
          <a:xfrm>
            <a:off x="943559" y="3771722"/>
            <a:ext cx="517512" cy="552450"/>
          </a:xfrm>
          <a:prstGeom prst="rect">
            <a:avLst/>
          </a:prstGeom>
        </p:spPr>
      </p:pic>
      <p:sp>
        <p:nvSpPr>
          <p:cNvPr id="12" name="object 12"/>
          <p:cNvSpPr txBox="1"/>
          <p:nvPr/>
        </p:nvSpPr>
        <p:spPr>
          <a:xfrm>
            <a:off x="1123505" y="3901681"/>
            <a:ext cx="158750" cy="285750"/>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3</a:t>
            </a:r>
            <a:endParaRPr sz="1700">
              <a:latin typeface="Tahoma"/>
              <a:cs typeface="Tahoma"/>
            </a:endParaRPr>
          </a:p>
        </p:txBody>
      </p:sp>
      <p:pic>
        <p:nvPicPr>
          <p:cNvPr id="13" name="object 13"/>
          <p:cNvPicPr/>
          <p:nvPr/>
        </p:nvPicPr>
        <p:blipFill>
          <a:blip r:embed="rId4" cstate="print"/>
          <a:stretch>
            <a:fillRect/>
          </a:stretch>
        </p:blipFill>
        <p:spPr>
          <a:xfrm>
            <a:off x="943559" y="6450965"/>
            <a:ext cx="517512" cy="552450"/>
          </a:xfrm>
          <a:prstGeom prst="rect">
            <a:avLst/>
          </a:prstGeom>
        </p:spPr>
      </p:pic>
      <p:sp>
        <p:nvSpPr>
          <p:cNvPr id="14" name="object 14"/>
          <p:cNvSpPr txBox="1"/>
          <p:nvPr/>
        </p:nvSpPr>
        <p:spPr>
          <a:xfrm>
            <a:off x="1124775" y="6580923"/>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pic>
        <p:nvPicPr>
          <p:cNvPr id="15" name="object 15"/>
          <p:cNvPicPr/>
          <p:nvPr/>
        </p:nvPicPr>
        <p:blipFill>
          <a:blip r:embed="rId3" cstate="print"/>
          <a:stretch>
            <a:fillRect/>
          </a:stretch>
        </p:blipFill>
        <p:spPr>
          <a:xfrm>
            <a:off x="943559" y="5780113"/>
            <a:ext cx="517512" cy="552450"/>
          </a:xfrm>
          <a:prstGeom prst="rect">
            <a:avLst/>
          </a:prstGeom>
        </p:spPr>
      </p:pic>
      <p:sp>
        <p:nvSpPr>
          <p:cNvPr id="16" name="object 16"/>
          <p:cNvSpPr txBox="1"/>
          <p:nvPr/>
        </p:nvSpPr>
        <p:spPr>
          <a:xfrm>
            <a:off x="1119695" y="5910072"/>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pic>
        <p:nvPicPr>
          <p:cNvPr id="17" name="object 17"/>
          <p:cNvPicPr/>
          <p:nvPr/>
        </p:nvPicPr>
        <p:blipFill>
          <a:blip r:embed="rId7" cstate="print"/>
          <a:stretch>
            <a:fillRect/>
          </a:stretch>
        </p:blipFill>
        <p:spPr>
          <a:xfrm>
            <a:off x="943559" y="7118604"/>
            <a:ext cx="517512" cy="552450"/>
          </a:xfrm>
          <a:prstGeom prst="rect">
            <a:avLst/>
          </a:prstGeom>
        </p:spPr>
      </p:pic>
      <p:sp>
        <p:nvSpPr>
          <p:cNvPr id="18" name="object 18"/>
          <p:cNvSpPr txBox="1"/>
          <p:nvPr/>
        </p:nvSpPr>
        <p:spPr>
          <a:xfrm>
            <a:off x="1121600" y="7248550"/>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pic>
        <p:nvPicPr>
          <p:cNvPr id="19" name="object 19"/>
          <p:cNvPicPr/>
          <p:nvPr/>
        </p:nvPicPr>
        <p:blipFill>
          <a:blip r:embed="rId8" cstate="print"/>
          <a:stretch>
            <a:fillRect/>
          </a:stretch>
        </p:blipFill>
        <p:spPr>
          <a:xfrm>
            <a:off x="943559" y="7786230"/>
            <a:ext cx="517512" cy="552450"/>
          </a:xfrm>
          <a:prstGeom prst="rect">
            <a:avLst/>
          </a:prstGeom>
        </p:spPr>
      </p:pic>
      <p:sp>
        <p:nvSpPr>
          <p:cNvPr id="20" name="object 20"/>
          <p:cNvSpPr txBox="1"/>
          <p:nvPr/>
        </p:nvSpPr>
        <p:spPr>
          <a:xfrm>
            <a:off x="1119695" y="7916176"/>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sp>
        <p:nvSpPr>
          <p:cNvPr id="21" name="object 21" descr="$PPTXTitle"/>
          <p:cNvSpPr txBox="1">
            <a:spLocks noGrp="1"/>
          </p:cNvSpPr>
          <p:nvPr>
            <p:ph type="title"/>
          </p:nvPr>
        </p:nvSpPr>
        <p:spPr>
          <a:prstGeom prst="rect">
            <a:avLst/>
          </a:prstGeom>
        </p:spPr>
        <p:txBody>
          <a:bodyPr vert="horz" wrap="square" lIns="0" tIns="65113" rIns="0" bIns="0" rtlCol="0">
            <a:spAutoFit/>
          </a:bodyPr>
          <a:lstStyle/>
          <a:p>
            <a:pPr marL="3843020">
              <a:lnSpc>
                <a:spcPct val="100000"/>
              </a:lnSpc>
              <a:spcBef>
                <a:spcPts val="100"/>
              </a:spcBef>
            </a:pPr>
            <a:r>
              <a:rPr spc="-10" dirty="0"/>
              <a:t>INTRODUCTION</a:t>
            </a:r>
          </a:p>
        </p:txBody>
      </p:sp>
      <p:sp>
        <p:nvSpPr>
          <p:cNvPr id="22" name="object 22"/>
          <p:cNvSpPr txBox="1"/>
          <p:nvPr/>
        </p:nvSpPr>
        <p:spPr>
          <a:xfrm>
            <a:off x="2288539" y="1650365"/>
            <a:ext cx="14801850" cy="878205"/>
          </a:xfrm>
          <a:prstGeom prst="rect">
            <a:avLst/>
          </a:prstGeom>
        </p:spPr>
        <p:txBody>
          <a:bodyPr vert="horz" wrap="square" lIns="0" tIns="12065" rIns="0" bIns="0" rtlCol="0">
            <a:spAutoFit/>
          </a:bodyPr>
          <a:lstStyle/>
          <a:p>
            <a:pPr marL="469900" marR="5080" indent="-457200">
              <a:lnSpc>
                <a:spcPct val="100000"/>
              </a:lnSpc>
              <a:spcBef>
                <a:spcPts val="95"/>
              </a:spcBef>
              <a:buFont typeface="Arial MT"/>
              <a:buChar char="•"/>
              <a:tabLst>
                <a:tab pos="469900" algn="l"/>
              </a:tabLst>
            </a:pPr>
            <a:r>
              <a:rPr sz="2800" dirty="0">
                <a:latin typeface="Times New Roman"/>
                <a:cs typeface="Times New Roman"/>
              </a:rPr>
              <a:t>The</a:t>
            </a:r>
            <a:r>
              <a:rPr sz="2800" spc="190" dirty="0">
                <a:latin typeface="Times New Roman"/>
                <a:cs typeface="Times New Roman"/>
              </a:rPr>
              <a:t> </a:t>
            </a:r>
            <a:r>
              <a:rPr sz="2800" dirty="0">
                <a:latin typeface="Times New Roman"/>
                <a:cs typeface="Times New Roman"/>
              </a:rPr>
              <a:t>Smart</a:t>
            </a:r>
            <a:r>
              <a:rPr sz="2800" spc="195" dirty="0">
                <a:latin typeface="Times New Roman"/>
                <a:cs typeface="Times New Roman"/>
              </a:rPr>
              <a:t> </a:t>
            </a:r>
            <a:r>
              <a:rPr sz="2800" spc="50" dirty="0">
                <a:latin typeface="Times New Roman"/>
                <a:cs typeface="Times New Roman"/>
              </a:rPr>
              <a:t>Campus</a:t>
            </a:r>
            <a:r>
              <a:rPr sz="2800" spc="204" dirty="0">
                <a:latin typeface="Times New Roman"/>
                <a:cs typeface="Times New Roman"/>
              </a:rPr>
              <a:t> </a:t>
            </a:r>
            <a:r>
              <a:rPr sz="2800" spc="50" dirty="0">
                <a:latin typeface="Times New Roman"/>
                <a:cs typeface="Times New Roman"/>
              </a:rPr>
              <a:t>Event</a:t>
            </a:r>
            <a:r>
              <a:rPr sz="2800" spc="204" dirty="0">
                <a:latin typeface="Times New Roman"/>
                <a:cs typeface="Times New Roman"/>
              </a:rPr>
              <a:t> </a:t>
            </a:r>
            <a:r>
              <a:rPr sz="2800" spc="55" dirty="0">
                <a:latin typeface="Times New Roman"/>
                <a:cs typeface="Times New Roman"/>
              </a:rPr>
              <a:t>Management</a:t>
            </a:r>
            <a:r>
              <a:rPr sz="2800" spc="204" dirty="0">
                <a:latin typeface="Times New Roman"/>
                <a:cs typeface="Times New Roman"/>
              </a:rPr>
              <a:t> </a:t>
            </a:r>
            <a:r>
              <a:rPr sz="2800" spc="50" dirty="0">
                <a:latin typeface="Times New Roman"/>
                <a:cs typeface="Times New Roman"/>
              </a:rPr>
              <a:t>System</a:t>
            </a:r>
            <a:r>
              <a:rPr sz="2800" spc="210" dirty="0">
                <a:latin typeface="Times New Roman"/>
                <a:cs typeface="Times New Roman"/>
              </a:rPr>
              <a:t> </a:t>
            </a:r>
            <a:r>
              <a:rPr sz="2800" dirty="0">
                <a:latin typeface="Times New Roman"/>
                <a:cs typeface="Times New Roman"/>
              </a:rPr>
              <a:t>is</a:t>
            </a:r>
            <a:r>
              <a:rPr sz="2800" spc="204" dirty="0">
                <a:latin typeface="Times New Roman"/>
                <a:cs typeface="Times New Roman"/>
              </a:rPr>
              <a:t> </a:t>
            </a:r>
            <a:r>
              <a:rPr sz="2800" dirty="0">
                <a:latin typeface="Times New Roman"/>
                <a:cs typeface="Times New Roman"/>
              </a:rPr>
              <a:t>a</a:t>
            </a:r>
            <a:r>
              <a:rPr sz="2800" spc="204" dirty="0">
                <a:latin typeface="Times New Roman"/>
                <a:cs typeface="Times New Roman"/>
              </a:rPr>
              <a:t> </a:t>
            </a:r>
            <a:r>
              <a:rPr sz="2800" spc="60" dirty="0">
                <a:latin typeface="Times New Roman"/>
                <a:cs typeface="Times New Roman"/>
              </a:rPr>
              <a:t>web-</a:t>
            </a:r>
            <a:r>
              <a:rPr sz="2800" spc="50" dirty="0">
                <a:latin typeface="Times New Roman"/>
                <a:cs typeface="Times New Roman"/>
              </a:rPr>
              <a:t>based</a:t>
            </a:r>
            <a:r>
              <a:rPr sz="2800" spc="204" dirty="0">
                <a:latin typeface="Times New Roman"/>
                <a:cs typeface="Times New Roman"/>
              </a:rPr>
              <a:t> </a:t>
            </a:r>
            <a:r>
              <a:rPr sz="2800" spc="60" dirty="0">
                <a:latin typeface="Times New Roman"/>
                <a:cs typeface="Times New Roman"/>
              </a:rPr>
              <a:t>application</a:t>
            </a:r>
            <a:r>
              <a:rPr sz="2800" spc="204" dirty="0">
                <a:latin typeface="Times New Roman"/>
                <a:cs typeface="Times New Roman"/>
              </a:rPr>
              <a:t> </a:t>
            </a:r>
            <a:r>
              <a:rPr sz="2800" spc="55" dirty="0">
                <a:latin typeface="Times New Roman"/>
                <a:cs typeface="Times New Roman"/>
              </a:rPr>
              <a:t>designed</a:t>
            </a:r>
            <a:r>
              <a:rPr sz="2800" spc="204" dirty="0">
                <a:latin typeface="Times New Roman"/>
                <a:cs typeface="Times New Roman"/>
              </a:rPr>
              <a:t> </a:t>
            </a:r>
            <a:r>
              <a:rPr sz="2800" dirty="0">
                <a:latin typeface="Times New Roman"/>
                <a:cs typeface="Times New Roman"/>
              </a:rPr>
              <a:t>to</a:t>
            </a:r>
            <a:r>
              <a:rPr sz="2800" spc="204" dirty="0">
                <a:latin typeface="Times New Roman"/>
                <a:cs typeface="Times New Roman"/>
              </a:rPr>
              <a:t> </a:t>
            </a:r>
            <a:r>
              <a:rPr sz="2800" spc="45" dirty="0">
                <a:latin typeface="Times New Roman"/>
                <a:cs typeface="Times New Roman"/>
              </a:rPr>
              <a:t>manage </a:t>
            </a:r>
            <a:r>
              <a:rPr sz="2800" dirty="0">
                <a:latin typeface="Times New Roman"/>
                <a:cs typeface="Times New Roman"/>
              </a:rPr>
              <a:t>college</a:t>
            </a:r>
            <a:r>
              <a:rPr sz="2800" spc="-30" dirty="0">
                <a:latin typeface="Times New Roman"/>
                <a:cs typeface="Times New Roman"/>
              </a:rPr>
              <a:t> </a:t>
            </a:r>
            <a:r>
              <a:rPr sz="2800" dirty="0">
                <a:latin typeface="Times New Roman"/>
                <a:cs typeface="Times New Roman"/>
              </a:rPr>
              <a:t>events</a:t>
            </a:r>
            <a:r>
              <a:rPr sz="2800" spc="-30" dirty="0">
                <a:latin typeface="Times New Roman"/>
                <a:cs typeface="Times New Roman"/>
              </a:rPr>
              <a:t> </a:t>
            </a:r>
            <a:r>
              <a:rPr sz="2800" spc="-10" dirty="0">
                <a:latin typeface="Times New Roman"/>
                <a:cs typeface="Times New Roman"/>
              </a:rPr>
              <a:t>efficiently.</a:t>
            </a:r>
            <a:endParaRPr sz="2800">
              <a:latin typeface="Times New Roman"/>
              <a:cs typeface="Times New Roman"/>
            </a:endParaRPr>
          </a:p>
        </p:txBody>
      </p:sp>
      <p:sp>
        <p:nvSpPr>
          <p:cNvPr id="23" name="object 23"/>
          <p:cNvSpPr txBox="1"/>
          <p:nvPr/>
        </p:nvSpPr>
        <p:spPr>
          <a:xfrm>
            <a:off x="2288539" y="2930525"/>
            <a:ext cx="13315950"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In</a:t>
            </a:r>
            <a:r>
              <a:rPr sz="2800" spc="-50" dirty="0">
                <a:latin typeface="Times New Roman"/>
                <a:cs typeface="Times New Roman"/>
              </a:rPr>
              <a:t> </a:t>
            </a:r>
            <a:r>
              <a:rPr sz="2800" dirty="0">
                <a:latin typeface="Times New Roman"/>
                <a:cs typeface="Times New Roman"/>
              </a:rPr>
              <a:t>many</a:t>
            </a:r>
            <a:r>
              <a:rPr sz="2800" spc="-50" dirty="0">
                <a:latin typeface="Times New Roman"/>
                <a:cs typeface="Times New Roman"/>
              </a:rPr>
              <a:t> </a:t>
            </a:r>
            <a:r>
              <a:rPr sz="2800" dirty="0">
                <a:latin typeface="Times New Roman"/>
                <a:cs typeface="Times New Roman"/>
              </a:rPr>
              <a:t>institutions,</a:t>
            </a:r>
            <a:r>
              <a:rPr sz="2800" spc="-50" dirty="0">
                <a:latin typeface="Times New Roman"/>
                <a:cs typeface="Times New Roman"/>
              </a:rPr>
              <a:t> </a:t>
            </a:r>
            <a:r>
              <a:rPr sz="2800" dirty="0">
                <a:latin typeface="Times New Roman"/>
                <a:cs typeface="Times New Roman"/>
              </a:rPr>
              <a:t>event</a:t>
            </a:r>
            <a:r>
              <a:rPr sz="2800" spc="-50" dirty="0">
                <a:latin typeface="Times New Roman"/>
                <a:cs typeface="Times New Roman"/>
              </a:rPr>
              <a:t> </a:t>
            </a:r>
            <a:r>
              <a:rPr sz="2800" dirty="0">
                <a:latin typeface="Times New Roman"/>
                <a:cs typeface="Times New Roman"/>
              </a:rPr>
              <a:t>management</a:t>
            </a:r>
            <a:r>
              <a:rPr sz="2800" spc="-50" dirty="0">
                <a:latin typeface="Times New Roman"/>
                <a:cs typeface="Times New Roman"/>
              </a:rPr>
              <a:t> </a:t>
            </a:r>
            <a:r>
              <a:rPr sz="2800" dirty="0">
                <a:latin typeface="Times New Roman"/>
                <a:cs typeface="Times New Roman"/>
              </a:rPr>
              <a:t>is</a:t>
            </a:r>
            <a:r>
              <a:rPr sz="2800" spc="-50" dirty="0">
                <a:latin typeface="Times New Roman"/>
                <a:cs typeface="Times New Roman"/>
              </a:rPr>
              <a:t> </a:t>
            </a:r>
            <a:r>
              <a:rPr sz="2800" dirty="0">
                <a:latin typeface="Times New Roman"/>
                <a:cs typeface="Times New Roman"/>
              </a:rPr>
              <a:t>handled</a:t>
            </a:r>
            <a:r>
              <a:rPr sz="2800" spc="-50" dirty="0">
                <a:latin typeface="Times New Roman"/>
                <a:cs typeface="Times New Roman"/>
              </a:rPr>
              <a:t> </a:t>
            </a:r>
            <a:r>
              <a:rPr sz="2800" spc="-10" dirty="0">
                <a:latin typeface="Times New Roman"/>
                <a:cs typeface="Times New Roman"/>
              </a:rPr>
              <a:t>manually,</a:t>
            </a:r>
            <a:r>
              <a:rPr sz="2800" spc="-50" dirty="0">
                <a:latin typeface="Times New Roman"/>
                <a:cs typeface="Times New Roman"/>
              </a:rPr>
              <a:t> </a:t>
            </a:r>
            <a:r>
              <a:rPr sz="2800" dirty="0">
                <a:latin typeface="Times New Roman"/>
                <a:cs typeface="Times New Roman"/>
              </a:rPr>
              <a:t>leading</a:t>
            </a:r>
            <a:r>
              <a:rPr sz="2800" spc="-50" dirty="0">
                <a:latin typeface="Times New Roman"/>
                <a:cs typeface="Times New Roman"/>
              </a:rPr>
              <a:t> </a:t>
            </a:r>
            <a:r>
              <a:rPr sz="2800" dirty="0">
                <a:latin typeface="Times New Roman"/>
                <a:cs typeface="Times New Roman"/>
              </a:rPr>
              <a:t>to</a:t>
            </a:r>
            <a:r>
              <a:rPr sz="2800" spc="-50" dirty="0">
                <a:latin typeface="Times New Roman"/>
                <a:cs typeface="Times New Roman"/>
              </a:rPr>
              <a:t> </a:t>
            </a:r>
            <a:r>
              <a:rPr sz="2800" dirty="0">
                <a:latin typeface="Times New Roman"/>
                <a:cs typeface="Times New Roman"/>
              </a:rPr>
              <a:t>errors</a:t>
            </a:r>
            <a:r>
              <a:rPr sz="2800" spc="-50" dirty="0">
                <a:latin typeface="Times New Roman"/>
                <a:cs typeface="Times New Roman"/>
              </a:rPr>
              <a:t> </a:t>
            </a:r>
            <a:r>
              <a:rPr sz="2800" dirty="0">
                <a:latin typeface="Times New Roman"/>
                <a:cs typeface="Times New Roman"/>
              </a:rPr>
              <a:t>and</a:t>
            </a:r>
            <a:r>
              <a:rPr sz="2800" spc="-50" dirty="0">
                <a:latin typeface="Times New Roman"/>
                <a:cs typeface="Times New Roman"/>
              </a:rPr>
              <a:t> </a:t>
            </a:r>
            <a:r>
              <a:rPr sz="2800" spc="-10" dirty="0">
                <a:latin typeface="Times New Roman"/>
                <a:cs typeface="Times New Roman"/>
              </a:rPr>
              <a:t>delays.</a:t>
            </a:r>
            <a:endParaRPr sz="2800">
              <a:latin typeface="Times New Roman"/>
              <a:cs typeface="Times New Roman"/>
            </a:endParaRPr>
          </a:p>
        </p:txBody>
      </p:sp>
      <p:sp>
        <p:nvSpPr>
          <p:cNvPr id="24" name="object 24"/>
          <p:cNvSpPr txBox="1"/>
          <p:nvPr/>
        </p:nvSpPr>
        <p:spPr>
          <a:xfrm>
            <a:off x="2288539" y="3783964"/>
            <a:ext cx="1337881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This</a:t>
            </a:r>
            <a:r>
              <a:rPr sz="2800" spc="-35" dirty="0">
                <a:latin typeface="Times New Roman"/>
                <a:cs typeface="Times New Roman"/>
              </a:rPr>
              <a:t> </a:t>
            </a:r>
            <a:r>
              <a:rPr sz="2800" dirty="0">
                <a:latin typeface="Times New Roman"/>
                <a:cs typeface="Times New Roman"/>
              </a:rPr>
              <a:t>project</a:t>
            </a:r>
            <a:r>
              <a:rPr sz="2800" spc="-35" dirty="0">
                <a:latin typeface="Times New Roman"/>
                <a:cs typeface="Times New Roman"/>
              </a:rPr>
              <a:t> </a:t>
            </a:r>
            <a:r>
              <a:rPr sz="2800" dirty="0">
                <a:latin typeface="Times New Roman"/>
                <a:cs typeface="Times New Roman"/>
              </a:rPr>
              <a:t>aims</a:t>
            </a:r>
            <a:r>
              <a:rPr sz="2800" spc="-30" dirty="0">
                <a:latin typeface="Times New Roman"/>
                <a:cs typeface="Times New Roman"/>
              </a:rPr>
              <a:t> </a:t>
            </a:r>
            <a:r>
              <a:rPr sz="2800" dirty="0">
                <a:latin typeface="Times New Roman"/>
                <a:cs typeface="Times New Roman"/>
              </a:rPr>
              <a:t>to</a:t>
            </a:r>
            <a:r>
              <a:rPr sz="2800" spc="-35" dirty="0">
                <a:latin typeface="Times New Roman"/>
                <a:cs typeface="Times New Roman"/>
              </a:rPr>
              <a:t> </a:t>
            </a:r>
            <a:r>
              <a:rPr sz="2800" dirty="0">
                <a:latin typeface="Times New Roman"/>
                <a:cs typeface="Times New Roman"/>
              </a:rPr>
              <a:t>digitalize</a:t>
            </a:r>
            <a:r>
              <a:rPr sz="2800" spc="-30" dirty="0">
                <a:latin typeface="Times New Roman"/>
                <a:cs typeface="Times New Roman"/>
              </a:rPr>
              <a:t> </a:t>
            </a: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process</a:t>
            </a:r>
            <a:r>
              <a:rPr sz="2800" spc="-35"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dirty="0">
                <a:latin typeface="Times New Roman"/>
                <a:cs typeface="Times New Roman"/>
              </a:rPr>
              <a:t>event</a:t>
            </a:r>
            <a:r>
              <a:rPr sz="2800" spc="-35" dirty="0">
                <a:latin typeface="Times New Roman"/>
                <a:cs typeface="Times New Roman"/>
              </a:rPr>
              <a:t> </a:t>
            </a:r>
            <a:r>
              <a:rPr sz="2800" dirty="0">
                <a:latin typeface="Times New Roman"/>
                <a:cs typeface="Times New Roman"/>
              </a:rPr>
              <a:t>creation,</a:t>
            </a:r>
            <a:r>
              <a:rPr sz="2800" spc="-30" dirty="0">
                <a:latin typeface="Times New Roman"/>
                <a:cs typeface="Times New Roman"/>
              </a:rPr>
              <a:t> </a:t>
            </a:r>
            <a:r>
              <a:rPr sz="2800" dirty="0">
                <a:latin typeface="Times New Roman"/>
                <a:cs typeface="Times New Roman"/>
              </a:rPr>
              <a:t>registration,</a:t>
            </a:r>
            <a:r>
              <a:rPr sz="2800" spc="-35"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spc="-10" dirty="0">
                <a:latin typeface="Times New Roman"/>
                <a:cs typeface="Times New Roman"/>
              </a:rPr>
              <a:t>management.</a:t>
            </a:r>
            <a:endParaRPr sz="2800">
              <a:latin typeface="Times New Roman"/>
              <a:cs typeface="Times New Roman"/>
            </a:endParaRPr>
          </a:p>
        </p:txBody>
      </p:sp>
      <p:sp>
        <p:nvSpPr>
          <p:cNvPr id="25" name="object 25"/>
          <p:cNvSpPr txBox="1"/>
          <p:nvPr/>
        </p:nvSpPr>
        <p:spPr>
          <a:xfrm>
            <a:off x="2288539" y="4637404"/>
            <a:ext cx="8407400"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Students</a:t>
            </a:r>
            <a:r>
              <a:rPr sz="2800" spc="-45" dirty="0">
                <a:latin typeface="Times New Roman"/>
                <a:cs typeface="Times New Roman"/>
              </a:rPr>
              <a:t> </a:t>
            </a:r>
            <a:r>
              <a:rPr sz="2800" dirty="0">
                <a:latin typeface="Times New Roman"/>
                <a:cs typeface="Times New Roman"/>
              </a:rPr>
              <a:t>can</a:t>
            </a:r>
            <a:r>
              <a:rPr sz="2800" spc="-40" dirty="0">
                <a:latin typeface="Times New Roman"/>
                <a:cs typeface="Times New Roman"/>
              </a:rPr>
              <a:t> </a:t>
            </a:r>
            <a:r>
              <a:rPr sz="2800" dirty="0">
                <a:latin typeface="Times New Roman"/>
                <a:cs typeface="Times New Roman"/>
              </a:rPr>
              <a:t>view</a:t>
            </a:r>
            <a:r>
              <a:rPr sz="2800" spc="-40" dirty="0">
                <a:latin typeface="Times New Roman"/>
                <a:cs typeface="Times New Roman"/>
              </a:rPr>
              <a:t> </a:t>
            </a:r>
            <a:r>
              <a:rPr sz="2800" dirty="0">
                <a:latin typeface="Times New Roman"/>
                <a:cs typeface="Times New Roman"/>
              </a:rPr>
              <a:t>upcoming</a:t>
            </a:r>
            <a:r>
              <a:rPr sz="2800" spc="-40" dirty="0">
                <a:latin typeface="Times New Roman"/>
                <a:cs typeface="Times New Roman"/>
              </a:rPr>
              <a:t> </a:t>
            </a:r>
            <a:r>
              <a:rPr sz="2800" dirty="0">
                <a:latin typeface="Times New Roman"/>
                <a:cs typeface="Times New Roman"/>
              </a:rPr>
              <a:t>events</a:t>
            </a:r>
            <a:r>
              <a:rPr sz="2800" spc="-40" dirty="0">
                <a:latin typeface="Times New Roman"/>
                <a:cs typeface="Times New Roman"/>
              </a:rPr>
              <a:t> </a:t>
            </a:r>
            <a:r>
              <a:rPr sz="2800" dirty="0">
                <a:latin typeface="Times New Roman"/>
                <a:cs typeface="Times New Roman"/>
              </a:rPr>
              <a:t>and</a:t>
            </a:r>
            <a:r>
              <a:rPr sz="2800" spc="-45" dirty="0">
                <a:latin typeface="Times New Roman"/>
                <a:cs typeface="Times New Roman"/>
              </a:rPr>
              <a:t> </a:t>
            </a:r>
            <a:r>
              <a:rPr sz="2800" dirty="0">
                <a:latin typeface="Times New Roman"/>
                <a:cs typeface="Times New Roman"/>
              </a:rPr>
              <a:t>register</a:t>
            </a:r>
            <a:r>
              <a:rPr sz="2800" spc="-45" dirty="0">
                <a:latin typeface="Times New Roman"/>
                <a:cs typeface="Times New Roman"/>
              </a:rPr>
              <a:t> </a:t>
            </a:r>
            <a:r>
              <a:rPr sz="2800" spc="-10" dirty="0">
                <a:latin typeface="Times New Roman"/>
                <a:cs typeface="Times New Roman"/>
              </a:rPr>
              <a:t>online.</a:t>
            </a:r>
            <a:endParaRPr sz="2800">
              <a:latin typeface="Times New Roman"/>
              <a:cs typeface="Times New Roman"/>
            </a:endParaRPr>
          </a:p>
        </p:txBody>
      </p:sp>
      <p:sp>
        <p:nvSpPr>
          <p:cNvPr id="26" name="object 26"/>
          <p:cNvSpPr txBox="1"/>
          <p:nvPr/>
        </p:nvSpPr>
        <p:spPr>
          <a:xfrm>
            <a:off x="2288539" y="5490844"/>
            <a:ext cx="961326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Administrators</a:t>
            </a:r>
            <a:r>
              <a:rPr sz="2800" spc="-40" dirty="0">
                <a:latin typeface="Times New Roman"/>
                <a:cs typeface="Times New Roman"/>
              </a:rPr>
              <a:t> </a:t>
            </a:r>
            <a:r>
              <a:rPr sz="2800" dirty="0">
                <a:latin typeface="Times New Roman"/>
                <a:cs typeface="Times New Roman"/>
              </a:rPr>
              <a:t>can</a:t>
            </a:r>
            <a:r>
              <a:rPr sz="2800" spc="-40" dirty="0">
                <a:latin typeface="Times New Roman"/>
                <a:cs typeface="Times New Roman"/>
              </a:rPr>
              <a:t> </a:t>
            </a:r>
            <a:r>
              <a:rPr sz="2800" dirty="0">
                <a:latin typeface="Times New Roman"/>
                <a:cs typeface="Times New Roman"/>
              </a:rPr>
              <a:t>manage</a:t>
            </a:r>
            <a:r>
              <a:rPr sz="2800" spc="-35" dirty="0">
                <a:latin typeface="Times New Roman"/>
                <a:cs typeface="Times New Roman"/>
              </a:rPr>
              <a:t> </a:t>
            </a:r>
            <a:r>
              <a:rPr sz="2800" dirty="0">
                <a:latin typeface="Times New Roman"/>
                <a:cs typeface="Times New Roman"/>
              </a:rPr>
              <a:t>event</a:t>
            </a:r>
            <a:r>
              <a:rPr sz="2800" spc="-40" dirty="0">
                <a:latin typeface="Times New Roman"/>
                <a:cs typeface="Times New Roman"/>
              </a:rPr>
              <a:t> </a:t>
            </a:r>
            <a:r>
              <a:rPr sz="2800" dirty="0">
                <a:latin typeface="Times New Roman"/>
                <a:cs typeface="Times New Roman"/>
              </a:rPr>
              <a:t>details</a:t>
            </a:r>
            <a:r>
              <a:rPr sz="2800" spc="-35" dirty="0">
                <a:latin typeface="Times New Roman"/>
                <a:cs typeface="Times New Roman"/>
              </a:rPr>
              <a:t> </a:t>
            </a:r>
            <a:r>
              <a:rPr sz="2800" dirty="0">
                <a:latin typeface="Times New Roman"/>
                <a:cs typeface="Times New Roman"/>
              </a:rPr>
              <a:t>and</a:t>
            </a:r>
            <a:r>
              <a:rPr sz="2800" spc="-40" dirty="0">
                <a:latin typeface="Times New Roman"/>
                <a:cs typeface="Times New Roman"/>
              </a:rPr>
              <a:t> </a:t>
            </a:r>
            <a:r>
              <a:rPr sz="2800" dirty="0">
                <a:latin typeface="Times New Roman"/>
                <a:cs typeface="Times New Roman"/>
              </a:rPr>
              <a:t>track</a:t>
            </a:r>
            <a:r>
              <a:rPr sz="2800" spc="-35" dirty="0">
                <a:latin typeface="Times New Roman"/>
                <a:cs typeface="Times New Roman"/>
              </a:rPr>
              <a:t> </a:t>
            </a:r>
            <a:r>
              <a:rPr sz="2800" spc="-10" dirty="0">
                <a:latin typeface="Times New Roman"/>
                <a:cs typeface="Times New Roman"/>
              </a:rPr>
              <a:t>registrations.</a:t>
            </a:r>
            <a:endParaRPr sz="2800">
              <a:latin typeface="Times New Roman"/>
              <a:cs typeface="Times New Roman"/>
            </a:endParaRPr>
          </a:p>
        </p:txBody>
      </p:sp>
      <p:sp>
        <p:nvSpPr>
          <p:cNvPr id="27" name="object 27"/>
          <p:cNvSpPr txBox="1"/>
          <p:nvPr/>
        </p:nvSpPr>
        <p:spPr>
          <a:xfrm>
            <a:off x="2288539" y="6344284"/>
            <a:ext cx="10091420"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The</a:t>
            </a:r>
            <a:r>
              <a:rPr sz="2800" spc="-60" dirty="0">
                <a:latin typeface="Times New Roman"/>
                <a:cs typeface="Times New Roman"/>
              </a:rPr>
              <a:t> </a:t>
            </a:r>
            <a:r>
              <a:rPr sz="2800" dirty="0">
                <a:latin typeface="Times New Roman"/>
                <a:cs typeface="Times New Roman"/>
              </a:rPr>
              <a:t>system</a:t>
            </a:r>
            <a:r>
              <a:rPr sz="2800" spc="-60" dirty="0">
                <a:latin typeface="Times New Roman"/>
                <a:cs typeface="Times New Roman"/>
              </a:rPr>
              <a:t> </a:t>
            </a:r>
            <a:r>
              <a:rPr sz="2800" dirty="0">
                <a:latin typeface="Times New Roman"/>
                <a:cs typeface="Times New Roman"/>
              </a:rPr>
              <a:t>improves</a:t>
            </a:r>
            <a:r>
              <a:rPr sz="2800" spc="-60" dirty="0">
                <a:latin typeface="Times New Roman"/>
                <a:cs typeface="Times New Roman"/>
              </a:rPr>
              <a:t> </a:t>
            </a:r>
            <a:r>
              <a:rPr sz="2800" spc="-10" dirty="0">
                <a:latin typeface="Times New Roman"/>
                <a:cs typeface="Times New Roman"/>
              </a:rPr>
              <a:t>accuracy,</a:t>
            </a:r>
            <a:r>
              <a:rPr sz="2800" spc="-60" dirty="0">
                <a:latin typeface="Times New Roman"/>
                <a:cs typeface="Times New Roman"/>
              </a:rPr>
              <a:t> </a:t>
            </a:r>
            <a:r>
              <a:rPr sz="2800" dirty="0">
                <a:latin typeface="Times New Roman"/>
                <a:cs typeface="Times New Roman"/>
              </a:rPr>
              <a:t>reduces</a:t>
            </a:r>
            <a:r>
              <a:rPr sz="2800" spc="-60" dirty="0">
                <a:latin typeface="Times New Roman"/>
                <a:cs typeface="Times New Roman"/>
              </a:rPr>
              <a:t> </a:t>
            </a:r>
            <a:r>
              <a:rPr sz="2800" dirty="0">
                <a:latin typeface="Times New Roman"/>
                <a:cs typeface="Times New Roman"/>
              </a:rPr>
              <a:t>paperwork,</a:t>
            </a:r>
            <a:r>
              <a:rPr sz="2800" spc="-60" dirty="0">
                <a:latin typeface="Times New Roman"/>
                <a:cs typeface="Times New Roman"/>
              </a:rPr>
              <a:t> </a:t>
            </a:r>
            <a:r>
              <a:rPr sz="2800" dirty="0">
                <a:latin typeface="Times New Roman"/>
                <a:cs typeface="Times New Roman"/>
              </a:rPr>
              <a:t>and</a:t>
            </a:r>
            <a:r>
              <a:rPr sz="2800" spc="-60" dirty="0">
                <a:latin typeface="Times New Roman"/>
                <a:cs typeface="Times New Roman"/>
              </a:rPr>
              <a:t> </a:t>
            </a:r>
            <a:r>
              <a:rPr sz="2800" dirty="0">
                <a:latin typeface="Times New Roman"/>
                <a:cs typeface="Times New Roman"/>
              </a:rPr>
              <a:t>saves</a:t>
            </a:r>
            <a:r>
              <a:rPr sz="2800" spc="-60" dirty="0">
                <a:latin typeface="Times New Roman"/>
                <a:cs typeface="Times New Roman"/>
              </a:rPr>
              <a:t> </a:t>
            </a:r>
            <a:r>
              <a:rPr sz="2800" spc="-10" dirty="0">
                <a:latin typeface="Times New Roman"/>
                <a:cs typeface="Times New Roman"/>
              </a:rPr>
              <a:t>time.</a:t>
            </a:r>
            <a:endParaRPr sz="2800">
              <a:latin typeface="Times New Roman"/>
              <a:cs typeface="Times New Roman"/>
            </a:endParaRPr>
          </a:p>
        </p:txBody>
      </p:sp>
      <p:sp>
        <p:nvSpPr>
          <p:cNvPr id="28" name="object 28"/>
          <p:cNvSpPr txBox="1"/>
          <p:nvPr/>
        </p:nvSpPr>
        <p:spPr>
          <a:xfrm>
            <a:off x="2288539" y="7197725"/>
            <a:ext cx="979995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It</a:t>
            </a:r>
            <a:r>
              <a:rPr sz="2800" spc="-35" dirty="0">
                <a:latin typeface="Times New Roman"/>
                <a:cs typeface="Times New Roman"/>
              </a:rPr>
              <a:t> </a:t>
            </a:r>
            <a:r>
              <a:rPr sz="2800" dirty="0">
                <a:latin typeface="Times New Roman"/>
                <a:cs typeface="Times New Roman"/>
              </a:rPr>
              <a:t>provides</a:t>
            </a:r>
            <a:r>
              <a:rPr sz="2800" spc="-35" dirty="0">
                <a:latin typeface="Times New Roman"/>
                <a:cs typeface="Times New Roman"/>
              </a:rPr>
              <a:t> </a:t>
            </a:r>
            <a:r>
              <a:rPr sz="2800" dirty="0">
                <a:latin typeface="Times New Roman"/>
                <a:cs typeface="Times New Roman"/>
              </a:rPr>
              <a:t>a</a:t>
            </a:r>
            <a:r>
              <a:rPr sz="2800" spc="-35" dirty="0">
                <a:latin typeface="Times New Roman"/>
                <a:cs typeface="Times New Roman"/>
              </a:rPr>
              <a:t> </a:t>
            </a:r>
            <a:r>
              <a:rPr sz="2800" spc="-30" dirty="0">
                <a:latin typeface="Times New Roman"/>
                <a:cs typeface="Times New Roman"/>
              </a:rPr>
              <a:t>user-</a:t>
            </a:r>
            <a:r>
              <a:rPr sz="2800" dirty="0">
                <a:latin typeface="Times New Roman"/>
                <a:cs typeface="Times New Roman"/>
              </a:rPr>
              <a:t>friendly</a:t>
            </a:r>
            <a:r>
              <a:rPr sz="2800" spc="-30" dirty="0">
                <a:latin typeface="Times New Roman"/>
                <a:cs typeface="Times New Roman"/>
              </a:rPr>
              <a:t> </a:t>
            </a:r>
            <a:r>
              <a:rPr sz="2800" dirty="0">
                <a:latin typeface="Times New Roman"/>
                <a:cs typeface="Times New Roman"/>
              </a:rPr>
              <a:t>interface</a:t>
            </a:r>
            <a:r>
              <a:rPr sz="2800" spc="-35" dirty="0">
                <a:latin typeface="Times New Roman"/>
                <a:cs typeface="Times New Roman"/>
              </a:rPr>
              <a:t> </a:t>
            </a:r>
            <a:r>
              <a:rPr sz="2800" dirty="0">
                <a:latin typeface="Times New Roman"/>
                <a:cs typeface="Times New Roman"/>
              </a:rPr>
              <a:t>for</a:t>
            </a:r>
            <a:r>
              <a:rPr sz="2800" spc="-40" dirty="0">
                <a:latin typeface="Times New Roman"/>
                <a:cs typeface="Times New Roman"/>
              </a:rPr>
              <a:t> </a:t>
            </a:r>
            <a:r>
              <a:rPr sz="2800" dirty="0">
                <a:latin typeface="Times New Roman"/>
                <a:cs typeface="Times New Roman"/>
              </a:rPr>
              <a:t>both</a:t>
            </a:r>
            <a:r>
              <a:rPr sz="2800" spc="-30" dirty="0">
                <a:latin typeface="Times New Roman"/>
                <a:cs typeface="Times New Roman"/>
              </a:rPr>
              <a:t> </a:t>
            </a:r>
            <a:r>
              <a:rPr sz="2800" dirty="0">
                <a:latin typeface="Times New Roman"/>
                <a:cs typeface="Times New Roman"/>
              </a:rPr>
              <a:t>students</a:t>
            </a:r>
            <a:r>
              <a:rPr sz="2800" spc="-35"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spc="-10" dirty="0">
                <a:latin typeface="Times New Roman"/>
                <a:cs typeface="Times New Roman"/>
              </a:rPr>
              <a:t>admins.</a:t>
            </a:r>
            <a:endParaRPr sz="2800">
              <a:latin typeface="Times New Roman"/>
              <a:cs typeface="Times New Roman"/>
            </a:endParaRPr>
          </a:p>
        </p:txBody>
      </p:sp>
      <p:sp>
        <p:nvSpPr>
          <p:cNvPr id="29" name="object 29"/>
          <p:cNvSpPr txBox="1"/>
          <p:nvPr/>
        </p:nvSpPr>
        <p:spPr>
          <a:xfrm>
            <a:off x="2288539" y="8051165"/>
            <a:ext cx="9820910"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Overall,</a:t>
            </a:r>
            <a:r>
              <a:rPr sz="2800" spc="-45" dirty="0">
                <a:latin typeface="Times New Roman"/>
                <a:cs typeface="Times New Roman"/>
              </a:rPr>
              <a:t> </a:t>
            </a:r>
            <a:r>
              <a:rPr sz="2800" dirty="0">
                <a:latin typeface="Times New Roman"/>
                <a:cs typeface="Times New Roman"/>
              </a:rPr>
              <a:t>it</a:t>
            </a:r>
            <a:r>
              <a:rPr sz="2800" spc="-40" dirty="0">
                <a:latin typeface="Times New Roman"/>
                <a:cs typeface="Times New Roman"/>
              </a:rPr>
              <a:t> </a:t>
            </a:r>
            <a:r>
              <a:rPr sz="2800" dirty="0">
                <a:latin typeface="Times New Roman"/>
                <a:cs typeface="Times New Roman"/>
              </a:rPr>
              <a:t>enhances</a:t>
            </a:r>
            <a:r>
              <a:rPr sz="2800" spc="-45" dirty="0">
                <a:latin typeface="Times New Roman"/>
                <a:cs typeface="Times New Roman"/>
              </a:rPr>
              <a:t> </a:t>
            </a:r>
            <a:r>
              <a:rPr sz="2800" dirty="0">
                <a:latin typeface="Times New Roman"/>
                <a:cs typeface="Times New Roman"/>
              </a:rPr>
              <a:t>campus</a:t>
            </a:r>
            <a:r>
              <a:rPr sz="2800" spc="-40" dirty="0">
                <a:latin typeface="Times New Roman"/>
                <a:cs typeface="Times New Roman"/>
              </a:rPr>
              <a:t> </a:t>
            </a:r>
            <a:r>
              <a:rPr sz="2800" dirty="0">
                <a:latin typeface="Times New Roman"/>
                <a:cs typeface="Times New Roman"/>
              </a:rPr>
              <a:t>event</a:t>
            </a:r>
            <a:r>
              <a:rPr sz="2800" spc="-45" dirty="0">
                <a:latin typeface="Times New Roman"/>
                <a:cs typeface="Times New Roman"/>
              </a:rPr>
              <a:t> </a:t>
            </a:r>
            <a:r>
              <a:rPr sz="2800" dirty="0">
                <a:latin typeface="Times New Roman"/>
                <a:cs typeface="Times New Roman"/>
              </a:rPr>
              <a:t>coordination</a:t>
            </a:r>
            <a:r>
              <a:rPr sz="2800" spc="-40" dirty="0">
                <a:latin typeface="Times New Roman"/>
                <a:cs typeface="Times New Roman"/>
              </a:rPr>
              <a:t> </a:t>
            </a:r>
            <a:r>
              <a:rPr sz="2800" dirty="0">
                <a:latin typeface="Times New Roman"/>
                <a:cs typeface="Times New Roman"/>
              </a:rPr>
              <a:t>and</a:t>
            </a:r>
            <a:r>
              <a:rPr sz="2800" spc="-45" dirty="0">
                <a:latin typeface="Times New Roman"/>
                <a:cs typeface="Times New Roman"/>
              </a:rPr>
              <a:t> </a:t>
            </a:r>
            <a:r>
              <a:rPr sz="2800" spc="-10" dirty="0">
                <a:latin typeface="Times New Roman"/>
                <a:cs typeface="Times New Roman"/>
              </a:rPr>
              <a:t>participation.</a:t>
            </a:r>
            <a:endParaRPr sz="28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313416" y="910463"/>
            <a:ext cx="945883" cy="236473"/>
          </a:xfrm>
          <a:prstGeom prst="rect">
            <a:avLst/>
          </a:prstGeom>
        </p:spPr>
      </p:pic>
      <p:sp>
        <p:nvSpPr>
          <p:cNvPr id="3" name="object 3"/>
          <p:cNvSpPr/>
          <p:nvPr/>
        </p:nvSpPr>
        <p:spPr>
          <a:xfrm>
            <a:off x="709358" y="2648115"/>
            <a:ext cx="992505" cy="992505"/>
          </a:xfrm>
          <a:custGeom>
            <a:avLst/>
            <a:gdLst/>
            <a:ahLst/>
            <a:cxnLst/>
            <a:rect l="l" t="t" r="r" b="b"/>
            <a:pathLst>
              <a:path w="992505" h="992504">
                <a:moveTo>
                  <a:pt x="496227" y="992454"/>
                </a:moveTo>
                <a:lnTo>
                  <a:pt x="448437" y="990182"/>
                </a:lnTo>
                <a:lnTo>
                  <a:pt x="401933" y="983506"/>
                </a:lnTo>
                <a:lnTo>
                  <a:pt x="356922" y="972634"/>
                </a:lnTo>
                <a:lnTo>
                  <a:pt x="313612" y="957773"/>
                </a:lnTo>
                <a:lnTo>
                  <a:pt x="272211" y="939131"/>
                </a:lnTo>
                <a:lnTo>
                  <a:pt x="232927" y="916917"/>
                </a:lnTo>
                <a:lnTo>
                  <a:pt x="195968" y="891338"/>
                </a:lnTo>
                <a:lnTo>
                  <a:pt x="161541" y="862602"/>
                </a:lnTo>
                <a:lnTo>
                  <a:pt x="129856" y="830917"/>
                </a:lnTo>
                <a:lnTo>
                  <a:pt x="101119" y="796491"/>
                </a:lnTo>
                <a:lnTo>
                  <a:pt x="75539" y="759532"/>
                </a:lnTo>
                <a:lnTo>
                  <a:pt x="53324" y="720248"/>
                </a:lnTo>
                <a:lnTo>
                  <a:pt x="34682" y="678846"/>
                </a:lnTo>
                <a:lnTo>
                  <a:pt x="19820" y="635535"/>
                </a:lnTo>
                <a:lnTo>
                  <a:pt x="8947" y="590523"/>
                </a:lnTo>
                <a:lnTo>
                  <a:pt x="2271" y="544018"/>
                </a:lnTo>
                <a:lnTo>
                  <a:pt x="0" y="496227"/>
                </a:lnTo>
                <a:lnTo>
                  <a:pt x="2271" y="448435"/>
                </a:lnTo>
                <a:lnTo>
                  <a:pt x="8947" y="401930"/>
                </a:lnTo>
                <a:lnTo>
                  <a:pt x="19820" y="356918"/>
                </a:lnTo>
                <a:lnTo>
                  <a:pt x="34682" y="313607"/>
                </a:lnTo>
                <a:lnTo>
                  <a:pt x="53324" y="272206"/>
                </a:lnTo>
                <a:lnTo>
                  <a:pt x="75539" y="232921"/>
                </a:lnTo>
                <a:lnTo>
                  <a:pt x="101119" y="195962"/>
                </a:lnTo>
                <a:lnTo>
                  <a:pt x="129856" y="161536"/>
                </a:lnTo>
                <a:lnTo>
                  <a:pt x="161541" y="129851"/>
                </a:lnTo>
                <a:lnTo>
                  <a:pt x="195968" y="101115"/>
                </a:lnTo>
                <a:lnTo>
                  <a:pt x="232927" y="75536"/>
                </a:lnTo>
                <a:lnTo>
                  <a:pt x="272211" y="53322"/>
                </a:lnTo>
                <a:lnTo>
                  <a:pt x="313612" y="34680"/>
                </a:lnTo>
                <a:lnTo>
                  <a:pt x="356922" y="19819"/>
                </a:lnTo>
                <a:lnTo>
                  <a:pt x="401933" y="8947"/>
                </a:lnTo>
                <a:lnTo>
                  <a:pt x="448437" y="2271"/>
                </a:lnTo>
                <a:lnTo>
                  <a:pt x="496227" y="0"/>
                </a:lnTo>
                <a:lnTo>
                  <a:pt x="544018" y="2271"/>
                </a:lnTo>
                <a:lnTo>
                  <a:pt x="590524" y="8947"/>
                </a:lnTo>
                <a:lnTo>
                  <a:pt x="635537" y="19819"/>
                </a:lnTo>
                <a:lnTo>
                  <a:pt x="678848" y="34680"/>
                </a:lnTo>
                <a:lnTo>
                  <a:pt x="720250" y="53322"/>
                </a:lnTo>
                <a:lnTo>
                  <a:pt x="759535" y="75536"/>
                </a:lnTo>
                <a:lnTo>
                  <a:pt x="796496" y="101115"/>
                </a:lnTo>
                <a:lnTo>
                  <a:pt x="830923" y="129851"/>
                </a:lnTo>
                <a:lnTo>
                  <a:pt x="862609" y="161536"/>
                </a:lnTo>
                <a:lnTo>
                  <a:pt x="891346" y="195962"/>
                </a:lnTo>
                <a:lnTo>
                  <a:pt x="916926" y="232921"/>
                </a:lnTo>
                <a:lnTo>
                  <a:pt x="939141" y="272206"/>
                </a:lnTo>
                <a:lnTo>
                  <a:pt x="957784" y="313607"/>
                </a:lnTo>
                <a:lnTo>
                  <a:pt x="972645" y="356918"/>
                </a:lnTo>
                <a:lnTo>
                  <a:pt x="983518" y="401930"/>
                </a:lnTo>
                <a:lnTo>
                  <a:pt x="990195" y="448435"/>
                </a:lnTo>
                <a:lnTo>
                  <a:pt x="992466" y="496227"/>
                </a:lnTo>
                <a:lnTo>
                  <a:pt x="990195" y="544018"/>
                </a:lnTo>
                <a:lnTo>
                  <a:pt x="983518" y="590523"/>
                </a:lnTo>
                <a:lnTo>
                  <a:pt x="972645" y="635535"/>
                </a:lnTo>
                <a:lnTo>
                  <a:pt x="957784" y="678846"/>
                </a:lnTo>
                <a:lnTo>
                  <a:pt x="939141" y="720248"/>
                </a:lnTo>
                <a:lnTo>
                  <a:pt x="916926" y="759532"/>
                </a:lnTo>
                <a:lnTo>
                  <a:pt x="891346" y="796491"/>
                </a:lnTo>
                <a:lnTo>
                  <a:pt x="862609" y="830917"/>
                </a:lnTo>
                <a:lnTo>
                  <a:pt x="830923" y="862602"/>
                </a:lnTo>
                <a:lnTo>
                  <a:pt x="796496" y="891338"/>
                </a:lnTo>
                <a:lnTo>
                  <a:pt x="759535" y="916917"/>
                </a:lnTo>
                <a:lnTo>
                  <a:pt x="720250" y="939131"/>
                </a:lnTo>
                <a:lnTo>
                  <a:pt x="678848" y="957773"/>
                </a:lnTo>
                <a:lnTo>
                  <a:pt x="635537" y="972634"/>
                </a:lnTo>
                <a:lnTo>
                  <a:pt x="590524" y="983506"/>
                </a:lnTo>
                <a:lnTo>
                  <a:pt x="544018" y="990182"/>
                </a:lnTo>
                <a:lnTo>
                  <a:pt x="496227" y="992454"/>
                </a:lnTo>
                <a:close/>
              </a:path>
            </a:pathLst>
          </a:custGeom>
          <a:solidFill>
            <a:srgbClr val="FC611F"/>
          </a:solidFill>
        </p:spPr>
        <p:txBody>
          <a:bodyPr wrap="square" lIns="0" tIns="0" rIns="0" bIns="0" rtlCol="0"/>
          <a:lstStyle/>
          <a:p>
            <a:endParaRPr/>
          </a:p>
        </p:txBody>
      </p:sp>
      <p:pic>
        <p:nvPicPr>
          <p:cNvPr id="4" name="object 4"/>
          <p:cNvPicPr/>
          <p:nvPr/>
        </p:nvPicPr>
        <p:blipFill>
          <a:blip r:embed="rId3" cstate="print"/>
          <a:stretch>
            <a:fillRect/>
          </a:stretch>
        </p:blipFill>
        <p:spPr>
          <a:xfrm>
            <a:off x="946835" y="4423536"/>
            <a:ext cx="517512" cy="552450"/>
          </a:xfrm>
          <a:prstGeom prst="rect">
            <a:avLst/>
          </a:prstGeom>
        </p:spPr>
      </p:pic>
      <p:sp>
        <p:nvSpPr>
          <p:cNvPr id="5" name="object 5"/>
          <p:cNvSpPr txBox="1"/>
          <p:nvPr/>
        </p:nvSpPr>
        <p:spPr>
          <a:xfrm>
            <a:off x="1120432" y="4553483"/>
            <a:ext cx="170815" cy="285750"/>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pic>
        <p:nvPicPr>
          <p:cNvPr id="6" name="object 6"/>
          <p:cNvPicPr/>
          <p:nvPr/>
        </p:nvPicPr>
        <p:blipFill>
          <a:blip r:embed="rId4" cstate="print"/>
          <a:stretch>
            <a:fillRect/>
          </a:stretch>
        </p:blipFill>
        <p:spPr>
          <a:xfrm>
            <a:off x="946835" y="1977580"/>
            <a:ext cx="517512" cy="552450"/>
          </a:xfrm>
          <a:prstGeom prst="rect">
            <a:avLst/>
          </a:prstGeom>
        </p:spPr>
      </p:pic>
      <p:sp>
        <p:nvSpPr>
          <p:cNvPr id="7" name="object 7"/>
          <p:cNvSpPr txBox="1"/>
          <p:nvPr/>
        </p:nvSpPr>
        <p:spPr>
          <a:xfrm>
            <a:off x="1154087" y="2107539"/>
            <a:ext cx="103505" cy="285750"/>
          </a:xfrm>
          <a:prstGeom prst="rect">
            <a:avLst/>
          </a:prstGeom>
        </p:spPr>
        <p:txBody>
          <a:bodyPr vert="horz" wrap="square" lIns="0" tIns="13335" rIns="0" bIns="0" rtlCol="0">
            <a:spAutoFit/>
          </a:bodyPr>
          <a:lstStyle/>
          <a:p>
            <a:pPr marL="12700">
              <a:lnSpc>
                <a:spcPct val="100000"/>
              </a:lnSpc>
              <a:spcBef>
                <a:spcPts val="105"/>
              </a:spcBef>
            </a:pPr>
            <a:r>
              <a:rPr sz="1700" spc="-375" dirty="0">
                <a:solidFill>
                  <a:srgbClr val="181818"/>
                </a:solidFill>
                <a:latin typeface="Tahoma"/>
                <a:cs typeface="Tahoma"/>
              </a:rPr>
              <a:t>1</a:t>
            </a:r>
            <a:endParaRPr sz="1700">
              <a:latin typeface="Tahoma"/>
              <a:cs typeface="Tahoma"/>
            </a:endParaRPr>
          </a:p>
        </p:txBody>
      </p:sp>
      <p:pic>
        <p:nvPicPr>
          <p:cNvPr id="8" name="object 8"/>
          <p:cNvPicPr/>
          <p:nvPr/>
        </p:nvPicPr>
        <p:blipFill>
          <a:blip r:embed="rId3" cstate="print"/>
          <a:stretch>
            <a:fillRect/>
          </a:stretch>
        </p:blipFill>
        <p:spPr>
          <a:xfrm>
            <a:off x="946835" y="5089296"/>
            <a:ext cx="517512" cy="552450"/>
          </a:xfrm>
          <a:prstGeom prst="rect">
            <a:avLst/>
          </a:prstGeom>
        </p:spPr>
      </p:pic>
      <p:sp>
        <p:nvSpPr>
          <p:cNvPr id="9" name="object 9"/>
          <p:cNvSpPr txBox="1"/>
          <p:nvPr/>
        </p:nvSpPr>
        <p:spPr>
          <a:xfrm>
            <a:off x="1126782" y="5219255"/>
            <a:ext cx="158115" cy="285750"/>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pic>
        <p:nvPicPr>
          <p:cNvPr id="10" name="object 10"/>
          <p:cNvPicPr/>
          <p:nvPr/>
        </p:nvPicPr>
        <p:blipFill>
          <a:blip r:embed="rId5" cstate="print"/>
          <a:stretch>
            <a:fillRect/>
          </a:stretch>
        </p:blipFill>
        <p:spPr>
          <a:xfrm>
            <a:off x="946835" y="3757764"/>
            <a:ext cx="517512" cy="552450"/>
          </a:xfrm>
          <a:prstGeom prst="rect">
            <a:avLst/>
          </a:prstGeom>
        </p:spPr>
      </p:pic>
      <p:sp>
        <p:nvSpPr>
          <p:cNvPr id="11" name="object 11"/>
          <p:cNvSpPr txBox="1"/>
          <p:nvPr/>
        </p:nvSpPr>
        <p:spPr>
          <a:xfrm>
            <a:off x="1126782" y="3887724"/>
            <a:ext cx="158750" cy="285750"/>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3</a:t>
            </a:r>
            <a:endParaRPr sz="1700">
              <a:latin typeface="Tahoma"/>
              <a:cs typeface="Tahoma"/>
            </a:endParaRPr>
          </a:p>
        </p:txBody>
      </p:sp>
      <p:sp>
        <p:nvSpPr>
          <p:cNvPr id="12" name="object 12"/>
          <p:cNvSpPr txBox="1"/>
          <p:nvPr/>
        </p:nvSpPr>
        <p:spPr>
          <a:xfrm>
            <a:off x="1090053" y="2503804"/>
            <a:ext cx="12325985" cy="1304925"/>
          </a:xfrm>
          <a:prstGeom prst="rect">
            <a:avLst/>
          </a:prstGeom>
        </p:spPr>
        <p:txBody>
          <a:bodyPr vert="horz" wrap="square" lIns="0" tIns="12065" rIns="0" bIns="0" rtlCol="0">
            <a:spAutoFit/>
          </a:bodyPr>
          <a:lstStyle/>
          <a:p>
            <a:pPr marL="1668145" indent="-457200">
              <a:lnSpc>
                <a:spcPts val="3240"/>
              </a:lnSpc>
              <a:spcBef>
                <a:spcPts val="95"/>
              </a:spcBef>
              <a:buFont typeface="Arial MT"/>
              <a:buChar char="•"/>
              <a:tabLst>
                <a:tab pos="1668145" algn="l"/>
              </a:tabLst>
            </a:pPr>
            <a:r>
              <a:rPr sz="2800" dirty="0">
                <a:latin typeface="Times New Roman"/>
                <a:cs typeface="Times New Roman"/>
              </a:rPr>
              <a:t>This</a:t>
            </a:r>
            <a:r>
              <a:rPr sz="2800" spc="-40" dirty="0">
                <a:latin typeface="Times New Roman"/>
                <a:cs typeface="Times New Roman"/>
              </a:rPr>
              <a:t> </a:t>
            </a:r>
            <a:r>
              <a:rPr sz="2800" dirty="0">
                <a:latin typeface="Times New Roman"/>
                <a:cs typeface="Times New Roman"/>
              </a:rPr>
              <a:t>leads</a:t>
            </a:r>
            <a:r>
              <a:rPr sz="2800" spc="-40" dirty="0">
                <a:latin typeface="Times New Roman"/>
                <a:cs typeface="Times New Roman"/>
              </a:rPr>
              <a:t> </a:t>
            </a:r>
            <a:r>
              <a:rPr sz="2800" dirty="0">
                <a:latin typeface="Times New Roman"/>
                <a:cs typeface="Times New Roman"/>
              </a:rPr>
              <a:t>to</a:t>
            </a:r>
            <a:r>
              <a:rPr sz="2800" spc="-35" dirty="0">
                <a:latin typeface="Times New Roman"/>
                <a:cs typeface="Times New Roman"/>
              </a:rPr>
              <a:t> </a:t>
            </a:r>
            <a:r>
              <a:rPr sz="2800" spc="-20" dirty="0">
                <a:latin typeface="Times New Roman"/>
                <a:cs typeface="Times New Roman"/>
              </a:rPr>
              <a:t>inefficiency,</a:t>
            </a:r>
            <a:r>
              <a:rPr sz="2800" spc="-40" dirty="0">
                <a:latin typeface="Times New Roman"/>
                <a:cs typeface="Times New Roman"/>
              </a:rPr>
              <a:t> </a:t>
            </a:r>
            <a:r>
              <a:rPr sz="2800" dirty="0">
                <a:latin typeface="Times New Roman"/>
                <a:cs typeface="Times New Roman"/>
              </a:rPr>
              <a:t>data</a:t>
            </a:r>
            <a:r>
              <a:rPr sz="2800" spc="-35" dirty="0">
                <a:latin typeface="Times New Roman"/>
                <a:cs typeface="Times New Roman"/>
              </a:rPr>
              <a:t> </a:t>
            </a:r>
            <a:r>
              <a:rPr sz="2800" dirty="0">
                <a:latin typeface="Times New Roman"/>
                <a:cs typeface="Times New Roman"/>
              </a:rPr>
              <a:t>loss,</a:t>
            </a:r>
            <a:r>
              <a:rPr sz="2800" spc="-40"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dirty="0">
                <a:latin typeface="Times New Roman"/>
                <a:cs typeface="Times New Roman"/>
              </a:rPr>
              <a:t>difficulty</a:t>
            </a:r>
            <a:r>
              <a:rPr sz="2800" spc="-40" dirty="0">
                <a:latin typeface="Times New Roman"/>
                <a:cs typeface="Times New Roman"/>
              </a:rPr>
              <a:t> </a:t>
            </a:r>
            <a:r>
              <a:rPr sz="2800" dirty="0">
                <a:latin typeface="Times New Roman"/>
                <a:cs typeface="Times New Roman"/>
              </a:rPr>
              <a:t>in</a:t>
            </a:r>
            <a:r>
              <a:rPr sz="2800" spc="-35" dirty="0">
                <a:latin typeface="Times New Roman"/>
                <a:cs typeface="Times New Roman"/>
              </a:rPr>
              <a:t> </a:t>
            </a:r>
            <a:r>
              <a:rPr sz="2800" dirty="0">
                <a:latin typeface="Times New Roman"/>
                <a:cs typeface="Times New Roman"/>
              </a:rPr>
              <a:t>tracking</a:t>
            </a:r>
            <a:r>
              <a:rPr sz="2800" spc="-40" dirty="0">
                <a:latin typeface="Times New Roman"/>
                <a:cs typeface="Times New Roman"/>
              </a:rPr>
              <a:t> </a:t>
            </a:r>
            <a:r>
              <a:rPr sz="2800" spc="-10" dirty="0">
                <a:latin typeface="Times New Roman"/>
                <a:cs typeface="Times New Roman"/>
              </a:rPr>
              <a:t>registrations.</a:t>
            </a:r>
            <a:endParaRPr sz="2800">
              <a:latin typeface="Times New Roman"/>
              <a:cs typeface="Times New Roman"/>
            </a:endParaRPr>
          </a:p>
          <a:p>
            <a:pPr marL="12700">
              <a:lnSpc>
                <a:spcPts val="3120"/>
              </a:lnSpc>
            </a:pPr>
            <a:r>
              <a:rPr sz="2700" spc="80" dirty="0">
                <a:solidFill>
                  <a:srgbClr val="FFFDFD"/>
                </a:solidFill>
                <a:latin typeface="Tahoma"/>
                <a:cs typeface="Tahoma"/>
              </a:rPr>
              <a:t>2</a:t>
            </a:r>
            <a:endParaRPr sz="2700">
              <a:latin typeface="Tahoma"/>
              <a:cs typeface="Tahoma"/>
            </a:endParaRPr>
          </a:p>
          <a:p>
            <a:pPr marL="1668145" indent="-457200">
              <a:lnSpc>
                <a:spcPct val="100000"/>
              </a:lnSpc>
              <a:spcBef>
                <a:spcPts val="360"/>
              </a:spcBef>
              <a:buFont typeface="Arial MT"/>
              <a:buChar char="•"/>
              <a:tabLst>
                <a:tab pos="1668145" algn="l"/>
              </a:tabLst>
            </a:pPr>
            <a:r>
              <a:rPr sz="2800" dirty="0">
                <a:latin typeface="Times New Roman"/>
                <a:cs typeface="Times New Roman"/>
              </a:rPr>
              <a:t>Students</a:t>
            </a:r>
            <a:r>
              <a:rPr sz="2800" spc="-40" dirty="0">
                <a:latin typeface="Times New Roman"/>
                <a:cs typeface="Times New Roman"/>
              </a:rPr>
              <a:t> </a:t>
            </a:r>
            <a:r>
              <a:rPr sz="2800" dirty="0">
                <a:latin typeface="Times New Roman"/>
                <a:cs typeface="Times New Roman"/>
              </a:rPr>
              <a:t>face</a:t>
            </a:r>
            <a:r>
              <a:rPr sz="2800" spc="-35" dirty="0">
                <a:latin typeface="Times New Roman"/>
                <a:cs typeface="Times New Roman"/>
              </a:rPr>
              <a:t> </a:t>
            </a:r>
            <a:r>
              <a:rPr sz="2800" dirty="0">
                <a:latin typeface="Times New Roman"/>
                <a:cs typeface="Times New Roman"/>
              </a:rPr>
              <a:t>issues</a:t>
            </a:r>
            <a:r>
              <a:rPr sz="2800" spc="-35" dirty="0">
                <a:latin typeface="Times New Roman"/>
                <a:cs typeface="Times New Roman"/>
              </a:rPr>
              <a:t> </a:t>
            </a:r>
            <a:r>
              <a:rPr sz="2800" dirty="0">
                <a:latin typeface="Times New Roman"/>
                <a:cs typeface="Times New Roman"/>
              </a:rPr>
              <a:t>in</a:t>
            </a:r>
            <a:r>
              <a:rPr sz="2800" spc="-35" dirty="0">
                <a:latin typeface="Times New Roman"/>
                <a:cs typeface="Times New Roman"/>
              </a:rPr>
              <a:t> </a:t>
            </a:r>
            <a:r>
              <a:rPr sz="2800" dirty="0">
                <a:latin typeface="Times New Roman"/>
                <a:cs typeface="Times New Roman"/>
              </a:rPr>
              <a:t>knowing</a:t>
            </a:r>
            <a:r>
              <a:rPr sz="2800" spc="-35" dirty="0">
                <a:latin typeface="Times New Roman"/>
                <a:cs typeface="Times New Roman"/>
              </a:rPr>
              <a:t> </a:t>
            </a:r>
            <a:r>
              <a:rPr sz="2800" dirty="0">
                <a:latin typeface="Times New Roman"/>
                <a:cs typeface="Times New Roman"/>
              </a:rPr>
              <a:t>event</a:t>
            </a:r>
            <a:r>
              <a:rPr sz="2800" spc="-40" dirty="0">
                <a:latin typeface="Times New Roman"/>
                <a:cs typeface="Times New Roman"/>
              </a:rPr>
              <a:t> </a:t>
            </a:r>
            <a:r>
              <a:rPr sz="2800" dirty="0">
                <a:latin typeface="Times New Roman"/>
                <a:cs typeface="Times New Roman"/>
              </a:rPr>
              <a:t>details</a:t>
            </a:r>
            <a:r>
              <a:rPr sz="2800" spc="-35"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dirty="0">
                <a:latin typeface="Times New Roman"/>
                <a:cs typeface="Times New Roman"/>
              </a:rPr>
              <a:t>registering</a:t>
            </a:r>
            <a:r>
              <a:rPr sz="2800" spc="-35" dirty="0">
                <a:latin typeface="Times New Roman"/>
                <a:cs typeface="Times New Roman"/>
              </a:rPr>
              <a:t> </a:t>
            </a:r>
            <a:r>
              <a:rPr sz="2800" dirty="0">
                <a:latin typeface="Times New Roman"/>
                <a:cs typeface="Times New Roman"/>
              </a:rPr>
              <a:t>on</a:t>
            </a:r>
            <a:r>
              <a:rPr sz="2800" spc="-35" dirty="0">
                <a:latin typeface="Times New Roman"/>
                <a:cs typeface="Times New Roman"/>
              </a:rPr>
              <a:t> </a:t>
            </a:r>
            <a:r>
              <a:rPr sz="2800" spc="-10" dirty="0">
                <a:latin typeface="Times New Roman"/>
                <a:cs typeface="Times New Roman"/>
              </a:rPr>
              <a:t>time.</a:t>
            </a:r>
            <a:endParaRPr sz="2800">
              <a:latin typeface="Times New Roman"/>
              <a:cs typeface="Times New Roman"/>
            </a:endParaRPr>
          </a:p>
        </p:txBody>
      </p:sp>
      <p:pic>
        <p:nvPicPr>
          <p:cNvPr id="13" name="object 13"/>
          <p:cNvPicPr/>
          <p:nvPr/>
        </p:nvPicPr>
        <p:blipFill>
          <a:blip r:embed="rId6" cstate="print"/>
          <a:stretch>
            <a:fillRect/>
          </a:stretch>
        </p:blipFill>
        <p:spPr>
          <a:xfrm>
            <a:off x="946835" y="6420827"/>
            <a:ext cx="517512" cy="552450"/>
          </a:xfrm>
          <a:prstGeom prst="rect">
            <a:avLst/>
          </a:prstGeom>
        </p:spPr>
      </p:pic>
      <p:sp>
        <p:nvSpPr>
          <p:cNvPr id="14" name="object 14"/>
          <p:cNvSpPr txBox="1"/>
          <p:nvPr/>
        </p:nvSpPr>
        <p:spPr>
          <a:xfrm>
            <a:off x="1128052" y="6550774"/>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pic>
        <p:nvPicPr>
          <p:cNvPr id="15" name="object 15"/>
          <p:cNvPicPr/>
          <p:nvPr/>
        </p:nvPicPr>
        <p:blipFill>
          <a:blip r:embed="rId5" cstate="print"/>
          <a:stretch>
            <a:fillRect/>
          </a:stretch>
        </p:blipFill>
        <p:spPr>
          <a:xfrm>
            <a:off x="946835" y="5755055"/>
            <a:ext cx="517512" cy="552450"/>
          </a:xfrm>
          <a:prstGeom prst="rect">
            <a:avLst/>
          </a:prstGeom>
        </p:spPr>
      </p:pic>
      <p:sp>
        <p:nvSpPr>
          <p:cNvPr id="16" name="object 16"/>
          <p:cNvSpPr txBox="1"/>
          <p:nvPr/>
        </p:nvSpPr>
        <p:spPr>
          <a:xfrm>
            <a:off x="1122972" y="5885015"/>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pic>
        <p:nvPicPr>
          <p:cNvPr id="17" name="object 17"/>
          <p:cNvPicPr/>
          <p:nvPr/>
        </p:nvPicPr>
        <p:blipFill>
          <a:blip r:embed="rId3" cstate="print"/>
          <a:stretch>
            <a:fillRect/>
          </a:stretch>
        </p:blipFill>
        <p:spPr>
          <a:xfrm>
            <a:off x="946835" y="7088454"/>
            <a:ext cx="517512" cy="552450"/>
          </a:xfrm>
          <a:prstGeom prst="rect">
            <a:avLst/>
          </a:prstGeom>
        </p:spPr>
      </p:pic>
      <p:sp>
        <p:nvSpPr>
          <p:cNvPr id="18" name="object 18"/>
          <p:cNvSpPr txBox="1"/>
          <p:nvPr/>
        </p:nvSpPr>
        <p:spPr>
          <a:xfrm>
            <a:off x="1124877" y="7218413"/>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pic>
        <p:nvPicPr>
          <p:cNvPr id="19" name="object 19"/>
          <p:cNvPicPr/>
          <p:nvPr/>
        </p:nvPicPr>
        <p:blipFill>
          <a:blip r:embed="rId5" cstate="print"/>
          <a:stretch>
            <a:fillRect/>
          </a:stretch>
        </p:blipFill>
        <p:spPr>
          <a:xfrm>
            <a:off x="946835" y="7756080"/>
            <a:ext cx="517512" cy="552450"/>
          </a:xfrm>
          <a:prstGeom prst="rect">
            <a:avLst/>
          </a:prstGeom>
        </p:spPr>
      </p:pic>
      <p:sp>
        <p:nvSpPr>
          <p:cNvPr id="20" name="object 20"/>
          <p:cNvSpPr txBox="1"/>
          <p:nvPr/>
        </p:nvSpPr>
        <p:spPr>
          <a:xfrm>
            <a:off x="1122972" y="7886039"/>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sp>
        <p:nvSpPr>
          <p:cNvPr id="21" name="object 21" descr="$PPTXTitle"/>
          <p:cNvSpPr txBox="1">
            <a:spLocks noGrp="1"/>
          </p:cNvSpPr>
          <p:nvPr>
            <p:ph type="title"/>
          </p:nvPr>
        </p:nvSpPr>
        <p:spPr>
          <a:prstGeom prst="rect">
            <a:avLst/>
          </a:prstGeom>
        </p:spPr>
        <p:txBody>
          <a:bodyPr vert="horz" wrap="square" lIns="0" tIns="65113" rIns="0" bIns="0" rtlCol="0">
            <a:spAutoFit/>
          </a:bodyPr>
          <a:lstStyle/>
          <a:p>
            <a:pPr marL="2682875">
              <a:lnSpc>
                <a:spcPct val="100000"/>
              </a:lnSpc>
              <a:spcBef>
                <a:spcPts val="100"/>
              </a:spcBef>
            </a:pPr>
            <a:r>
              <a:rPr dirty="0"/>
              <a:t>PROBLEM</a:t>
            </a:r>
            <a:r>
              <a:rPr spc="-100" dirty="0"/>
              <a:t> </a:t>
            </a:r>
            <a:r>
              <a:rPr spc="-70" dirty="0"/>
              <a:t>STATEMENT</a:t>
            </a:r>
          </a:p>
        </p:txBody>
      </p:sp>
      <p:sp>
        <p:nvSpPr>
          <p:cNvPr id="22" name="object 22"/>
          <p:cNvSpPr txBox="1"/>
          <p:nvPr/>
        </p:nvSpPr>
        <p:spPr>
          <a:xfrm>
            <a:off x="2288539" y="1650365"/>
            <a:ext cx="1395158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In</a:t>
            </a:r>
            <a:r>
              <a:rPr sz="2800" spc="-40" dirty="0">
                <a:latin typeface="Times New Roman"/>
                <a:cs typeface="Times New Roman"/>
              </a:rPr>
              <a:t> </a:t>
            </a:r>
            <a:r>
              <a:rPr sz="2800" dirty="0">
                <a:latin typeface="Times New Roman"/>
                <a:cs typeface="Times New Roman"/>
              </a:rPr>
              <a:t>many</a:t>
            </a:r>
            <a:r>
              <a:rPr sz="2800" spc="-40" dirty="0">
                <a:latin typeface="Times New Roman"/>
                <a:cs typeface="Times New Roman"/>
              </a:rPr>
              <a:t> </a:t>
            </a:r>
            <a:r>
              <a:rPr sz="2800" dirty="0">
                <a:latin typeface="Times New Roman"/>
                <a:cs typeface="Times New Roman"/>
              </a:rPr>
              <a:t>colleges,</a:t>
            </a:r>
            <a:r>
              <a:rPr sz="2800" spc="-35" dirty="0">
                <a:latin typeface="Times New Roman"/>
                <a:cs typeface="Times New Roman"/>
              </a:rPr>
              <a:t> </a:t>
            </a:r>
            <a:r>
              <a:rPr sz="2800" dirty="0">
                <a:latin typeface="Times New Roman"/>
                <a:cs typeface="Times New Roman"/>
              </a:rPr>
              <a:t>event</a:t>
            </a:r>
            <a:r>
              <a:rPr sz="2800" spc="-40" dirty="0">
                <a:latin typeface="Times New Roman"/>
                <a:cs typeface="Times New Roman"/>
              </a:rPr>
              <a:t> </a:t>
            </a:r>
            <a:r>
              <a:rPr sz="2800" dirty="0">
                <a:latin typeface="Times New Roman"/>
                <a:cs typeface="Times New Roman"/>
              </a:rPr>
              <a:t>management</a:t>
            </a:r>
            <a:r>
              <a:rPr sz="2800" spc="-40" dirty="0">
                <a:latin typeface="Times New Roman"/>
                <a:cs typeface="Times New Roman"/>
              </a:rPr>
              <a:t> </a:t>
            </a:r>
            <a:r>
              <a:rPr sz="2800" dirty="0">
                <a:latin typeface="Times New Roman"/>
                <a:cs typeface="Times New Roman"/>
              </a:rPr>
              <a:t>is</a:t>
            </a:r>
            <a:r>
              <a:rPr sz="2800" spc="-35" dirty="0">
                <a:latin typeface="Times New Roman"/>
                <a:cs typeface="Times New Roman"/>
              </a:rPr>
              <a:t> </a:t>
            </a:r>
            <a:r>
              <a:rPr sz="2800" dirty="0">
                <a:latin typeface="Times New Roman"/>
                <a:cs typeface="Times New Roman"/>
              </a:rPr>
              <a:t>not</a:t>
            </a:r>
            <a:r>
              <a:rPr sz="2800" spc="-40" dirty="0">
                <a:latin typeface="Times New Roman"/>
                <a:cs typeface="Times New Roman"/>
              </a:rPr>
              <a:t> </a:t>
            </a:r>
            <a:r>
              <a:rPr sz="2800" dirty="0">
                <a:latin typeface="Times New Roman"/>
                <a:cs typeface="Times New Roman"/>
              </a:rPr>
              <a:t>fully</a:t>
            </a:r>
            <a:r>
              <a:rPr sz="2800" spc="-40" dirty="0">
                <a:latin typeface="Times New Roman"/>
                <a:cs typeface="Times New Roman"/>
              </a:rPr>
              <a:t> </a:t>
            </a:r>
            <a:r>
              <a:rPr sz="2800" dirty="0">
                <a:latin typeface="Times New Roman"/>
                <a:cs typeface="Times New Roman"/>
              </a:rPr>
              <a:t>automated</a:t>
            </a:r>
            <a:r>
              <a:rPr sz="2800" spc="-35" dirty="0">
                <a:latin typeface="Times New Roman"/>
                <a:cs typeface="Times New Roman"/>
              </a:rPr>
              <a:t> </a:t>
            </a:r>
            <a:r>
              <a:rPr sz="2800" dirty="0">
                <a:latin typeface="Times New Roman"/>
                <a:cs typeface="Times New Roman"/>
              </a:rPr>
              <a:t>and</a:t>
            </a:r>
            <a:r>
              <a:rPr sz="2800" spc="-40" dirty="0">
                <a:latin typeface="Times New Roman"/>
                <a:cs typeface="Times New Roman"/>
              </a:rPr>
              <a:t> </a:t>
            </a:r>
            <a:r>
              <a:rPr sz="2800" dirty="0">
                <a:latin typeface="Times New Roman"/>
                <a:cs typeface="Times New Roman"/>
              </a:rPr>
              <a:t>depends</a:t>
            </a:r>
            <a:r>
              <a:rPr sz="2800" spc="-40" dirty="0">
                <a:latin typeface="Times New Roman"/>
                <a:cs typeface="Times New Roman"/>
              </a:rPr>
              <a:t> </a:t>
            </a:r>
            <a:r>
              <a:rPr sz="2800" dirty="0">
                <a:latin typeface="Times New Roman"/>
                <a:cs typeface="Times New Roman"/>
              </a:rPr>
              <a:t>on</a:t>
            </a:r>
            <a:r>
              <a:rPr sz="2800" spc="-35" dirty="0">
                <a:latin typeface="Times New Roman"/>
                <a:cs typeface="Times New Roman"/>
              </a:rPr>
              <a:t> </a:t>
            </a:r>
            <a:r>
              <a:rPr sz="2800" dirty="0">
                <a:latin typeface="Times New Roman"/>
                <a:cs typeface="Times New Roman"/>
              </a:rPr>
              <a:t>manual</a:t>
            </a:r>
            <a:r>
              <a:rPr sz="2800" spc="-40" dirty="0">
                <a:latin typeface="Times New Roman"/>
                <a:cs typeface="Times New Roman"/>
              </a:rPr>
              <a:t> </a:t>
            </a:r>
            <a:r>
              <a:rPr sz="2800" spc="-10" dirty="0">
                <a:latin typeface="Times New Roman"/>
                <a:cs typeface="Times New Roman"/>
              </a:rPr>
              <a:t>processes.</a:t>
            </a:r>
            <a:endParaRPr sz="2800">
              <a:latin typeface="Times New Roman"/>
              <a:cs typeface="Times New Roman"/>
            </a:endParaRPr>
          </a:p>
        </p:txBody>
      </p:sp>
      <p:sp>
        <p:nvSpPr>
          <p:cNvPr id="23" name="object 23"/>
          <p:cNvSpPr txBox="1"/>
          <p:nvPr/>
        </p:nvSpPr>
        <p:spPr>
          <a:xfrm>
            <a:off x="2288539" y="4210684"/>
            <a:ext cx="10046970"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Administrators</a:t>
            </a:r>
            <a:r>
              <a:rPr sz="2800" spc="-55" dirty="0">
                <a:latin typeface="Times New Roman"/>
                <a:cs typeface="Times New Roman"/>
              </a:rPr>
              <a:t> </a:t>
            </a:r>
            <a:r>
              <a:rPr sz="2800" dirty="0">
                <a:latin typeface="Times New Roman"/>
                <a:cs typeface="Times New Roman"/>
              </a:rPr>
              <a:t>struggle</a:t>
            </a:r>
            <a:r>
              <a:rPr sz="2800" spc="-50" dirty="0">
                <a:latin typeface="Times New Roman"/>
                <a:cs typeface="Times New Roman"/>
              </a:rPr>
              <a:t> </a:t>
            </a:r>
            <a:r>
              <a:rPr sz="2800" dirty="0">
                <a:latin typeface="Times New Roman"/>
                <a:cs typeface="Times New Roman"/>
              </a:rPr>
              <a:t>to</a:t>
            </a:r>
            <a:r>
              <a:rPr sz="2800" spc="-50" dirty="0">
                <a:latin typeface="Times New Roman"/>
                <a:cs typeface="Times New Roman"/>
              </a:rPr>
              <a:t> </a:t>
            </a:r>
            <a:r>
              <a:rPr sz="2800" dirty="0">
                <a:latin typeface="Times New Roman"/>
                <a:cs typeface="Times New Roman"/>
              </a:rPr>
              <a:t>manage</a:t>
            </a:r>
            <a:r>
              <a:rPr sz="2800" spc="-50" dirty="0">
                <a:latin typeface="Times New Roman"/>
                <a:cs typeface="Times New Roman"/>
              </a:rPr>
              <a:t> </a:t>
            </a:r>
            <a:r>
              <a:rPr sz="2800" dirty="0">
                <a:latin typeface="Times New Roman"/>
                <a:cs typeface="Times New Roman"/>
              </a:rPr>
              <a:t>large</a:t>
            </a:r>
            <a:r>
              <a:rPr sz="2800" spc="-50" dirty="0">
                <a:latin typeface="Times New Roman"/>
                <a:cs typeface="Times New Roman"/>
              </a:rPr>
              <a:t> </a:t>
            </a:r>
            <a:r>
              <a:rPr sz="2800" dirty="0">
                <a:latin typeface="Times New Roman"/>
                <a:cs typeface="Times New Roman"/>
              </a:rPr>
              <a:t>volumes</a:t>
            </a:r>
            <a:r>
              <a:rPr sz="2800" spc="-50" dirty="0">
                <a:latin typeface="Times New Roman"/>
                <a:cs typeface="Times New Roman"/>
              </a:rPr>
              <a:t> </a:t>
            </a:r>
            <a:r>
              <a:rPr sz="2800" dirty="0">
                <a:latin typeface="Times New Roman"/>
                <a:cs typeface="Times New Roman"/>
              </a:rPr>
              <a:t>of</a:t>
            </a:r>
            <a:r>
              <a:rPr sz="2800" spc="-55" dirty="0">
                <a:latin typeface="Times New Roman"/>
                <a:cs typeface="Times New Roman"/>
              </a:rPr>
              <a:t> </a:t>
            </a:r>
            <a:r>
              <a:rPr sz="2800" dirty="0">
                <a:latin typeface="Times New Roman"/>
                <a:cs typeface="Times New Roman"/>
              </a:rPr>
              <a:t>data</a:t>
            </a:r>
            <a:r>
              <a:rPr sz="2800" spc="-50" dirty="0">
                <a:latin typeface="Times New Roman"/>
                <a:cs typeface="Times New Roman"/>
              </a:rPr>
              <a:t> </a:t>
            </a:r>
            <a:r>
              <a:rPr sz="2800" spc="-10" dirty="0">
                <a:latin typeface="Times New Roman"/>
                <a:cs typeface="Times New Roman"/>
              </a:rPr>
              <a:t>manually.</a:t>
            </a:r>
            <a:endParaRPr sz="2800">
              <a:latin typeface="Times New Roman"/>
              <a:cs typeface="Times New Roman"/>
            </a:endParaRPr>
          </a:p>
        </p:txBody>
      </p:sp>
      <p:sp>
        <p:nvSpPr>
          <p:cNvPr id="24" name="object 24"/>
          <p:cNvSpPr txBox="1"/>
          <p:nvPr/>
        </p:nvSpPr>
        <p:spPr>
          <a:xfrm>
            <a:off x="2288539" y="5064125"/>
            <a:ext cx="922845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There</a:t>
            </a:r>
            <a:r>
              <a:rPr sz="2800" spc="-35" dirty="0">
                <a:latin typeface="Times New Roman"/>
                <a:cs typeface="Times New Roman"/>
              </a:rPr>
              <a:t> </a:t>
            </a:r>
            <a:r>
              <a:rPr sz="2800" dirty="0">
                <a:latin typeface="Times New Roman"/>
                <a:cs typeface="Times New Roman"/>
              </a:rPr>
              <a:t>is</a:t>
            </a:r>
            <a:r>
              <a:rPr sz="2800" spc="-35" dirty="0">
                <a:latin typeface="Times New Roman"/>
                <a:cs typeface="Times New Roman"/>
              </a:rPr>
              <a:t> </a:t>
            </a:r>
            <a:r>
              <a:rPr sz="2800" dirty="0">
                <a:latin typeface="Times New Roman"/>
                <a:cs typeface="Times New Roman"/>
              </a:rPr>
              <a:t>no</a:t>
            </a:r>
            <a:r>
              <a:rPr sz="2800" spc="-30" dirty="0">
                <a:latin typeface="Times New Roman"/>
                <a:cs typeface="Times New Roman"/>
              </a:rPr>
              <a:t> </a:t>
            </a:r>
            <a:r>
              <a:rPr sz="2800" dirty="0">
                <a:latin typeface="Times New Roman"/>
                <a:cs typeface="Times New Roman"/>
              </a:rPr>
              <a:t>centralized</a:t>
            </a:r>
            <a:r>
              <a:rPr sz="2800" spc="-35" dirty="0">
                <a:latin typeface="Times New Roman"/>
                <a:cs typeface="Times New Roman"/>
              </a:rPr>
              <a:t> </a:t>
            </a:r>
            <a:r>
              <a:rPr sz="2800" dirty="0">
                <a:latin typeface="Times New Roman"/>
                <a:cs typeface="Times New Roman"/>
              </a:rPr>
              <a:t>system</a:t>
            </a:r>
            <a:r>
              <a:rPr sz="2800" spc="-25" dirty="0">
                <a:latin typeface="Times New Roman"/>
                <a:cs typeface="Times New Roman"/>
              </a:rPr>
              <a:t> </a:t>
            </a:r>
            <a:r>
              <a:rPr sz="2800" dirty="0">
                <a:latin typeface="Times New Roman"/>
                <a:cs typeface="Times New Roman"/>
              </a:rPr>
              <a:t>to</a:t>
            </a:r>
            <a:r>
              <a:rPr sz="2800" spc="-35" dirty="0">
                <a:latin typeface="Times New Roman"/>
                <a:cs typeface="Times New Roman"/>
              </a:rPr>
              <a:t> </a:t>
            </a:r>
            <a:r>
              <a:rPr sz="2800" dirty="0">
                <a:latin typeface="Times New Roman"/>
                <a:cs typeface="Times New Roman"/>
              </a:rPr>
              <a:t>monitor</a:t>
            </a:r>
            <a:r>
              <a:rPr sz="2800" spc="-35" dirty="0">
                <a:latin typeface="Times New Roman"/>
                <a:cs typeface="Times New Roman"/>
              </a:rPr>
              <a:t> </a:t>
            </a:r>
            <a:r>
              <a:rPr sz="2800" dirty="0">
                <a:latin typeface="Times New Roman"/>
                <a:cs typeface="Times New Roman"/>
              </a:rPr>
              <a:t>event</a:t>
            </a:r>
            <a:r>
              <a:rPr sz="2800" spc="-35" dirty="0">
                <a:latin typeface="Times New Roman"/>
                <a:cs typeface="Times New Roman"/>
              </a:rPr>
              <a:t> </a:t>
            </a:r>
            <a:r>
              <a:rPr sz="2800" spc="-10" dirty="0">
                <a:latin typeface="Times New Roman"/>
                <a:cs typeface="Times New Roman"/>
              </a:rPr>
              <a:t>participation.</a:t>
            </a:r>
            <a:endParaRPr sz="2800">
              <a:latin typeface="Times New Roman"/>
              <a:cs typeface="Times New Roman"/>
            </a:endParaRPr>
          </a:p>
        </p:txBody>
      </p:sp>
      <p:sp>
        <p:nvSpPr>
          <p:cNvPr id="25" name="object 25"/>
          <p:cNvSpPr txBox="1"/>
          <p:nvPr/>
        </p:nvSpPr>
        <p:spPr>
          <a:xfrm>
            <a:off x="2288539" y="5917564"/>
            <a:ext cx="851344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This</a:t>
            </a:r>
            <a:r>
              <a:rPr sz="2800" spc="-45" dirty="0">
                <a:latin typeface="Times New Roman"/>
                <a:cs typeface="Times New Roman"/>
              </a:rPr>
              <a:t> </a:t>
            </a:r>
            <a:r>
              <a:rPr sz="2800" dirty="0">
                <a:latin typeface="Times New Roman"/>
                <a:cs typeface="Times New Roman"/>
              </a:rPr>
              <a:t>results</a:t>
            </a:r>
            <a:r>
              <a:rPr sz="2800" spc="-45" dirty="0">
                <a:latin typeface="Times New Roman"/>
                <a:cs typeface="Times New Roman"/>
              </a:rPr>
              <a:t> </a:t>
            </a:r>
            <a:r>
              <a:rPr sz="2800" dirty="0">
                <a:latin typeface="Times New Roman"/>
                <a:cs typeface="Times New Roman"/>
              </a:rPr>
              <a:t>in</a:t>
            </a:r>
            <a:r>
              <a:rPr sz="2800" spc="-45" dirty="0">
                <a:latin typeface="Times New Roman"/>
                <a:cs typeface="Times New Roman"/>
              </a:rPr>
              <a:t> </a:t>
            </a:r>
            <a:r>
              <a:rPr sz="2800" dirty="0">
                <a:latin typeface="Times New Roman"/>
                <a:cs typeface="Times New Roman"/>
              </a:rPr>
              <a:t>poor</a:t>
            </a:r>
            <a:r>
              <a:rPr sz="2800" spc="-50" dirty="0">
                <a:latin typeface="Times New Roman"/>
                <a:cs typeface="Times New Roman"/>
              </a:rPr>
              <a:t> </a:t>
            </a:r>
            <a:r>
              <a:rPr sz="2800" dirty="0">
                <a:latin typeface="Times New Roman"/>
                <a:cs typeface="Times New Roman"/>
              </a:rPr>
              <a:t>coordination</a:t>
            </a:r>
            <a:r>
              <a:rPr sz="2800" spc="-40" dirty="0">
                <a:latin typeface="Times New Roman"/>
                <a:cs typeface="Times New Roman"/>
              </a:rPr>
              <a:t> </a:t>
            </a:r>
            <a:r>
              <a:rPr sz="2800" dirty="0">
                <a:latin typeface="Times New Roman"/>
                <a:cs typeface="Times New Roman"/>
              </a:rPr>
              <a:t>and</a:t>
            </a:r>
            <a:r>
              <a:rPr sz="2800" spc="-45" dirty="0">
                <a:latin typeface="Times New Roman"/>
                <a:cs typeface="Times New Roman"/>
              </a:rPr>
              <a:t> </a:t>
            </a:r>
            <a:r>
              <a:rPr sz="2800" dirty="0">
                <a:latin typeface="Times New Roman"/>
                <a:cs typeface="Times New Roman"/>
              </a:rPr>
              <a:t>reduced</a:t>
            </a:r>
            <a:r>
              <a:rPr sz="2800" spc="-45" dirty="0">
                <a:latin typeface="Times New Roman"/>
                <a:cs typeface="Times New Roman"/>
              </a:rPr>
              <a:t> </a:t>
            </a:r>
            <a:r>
              <a:rPr sz="2800" spc="-10" dirty="0">
                <a:latin typeface="Times New Roman"/>
                <a:cs typeface="Times New Roman"/>
              </a:rPr>
              <a:t>efficiency.</a:t>
            </a:r>
            <a:endParaRPr sz="2800">
              <a:latin typeface="Times New Roman"/>
              <a:cs typeface="Times New Roman"/>
            </a:endParaRPr>
          </a:p>
        </p:txBody>
      </p:sp>
      <p:sp>
        <p:nvSpPr>
          <p:cNvPr id="26" name="object 26"/>
          <p:cNvSpPr txBox="1"/>
          <p:nvPr/>
        </p:nvSpPr>
        <p:spPr>
          <a:xfrm>
            <a:off x="2288539" y="6771005"/>
            <a:ext cx="863409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Hence,</a:t>
            </a:r>
            <a:r>
              <a:rPr sz="2800" spc="-30" dirty="0">
                <a:latin typeface="Times New Roman"/>
                <a:cs typeface="Times New Roman"/>
              </a:rPr>
              <a:t> </a:t>
            </a:r>
            <a:r>
              <a:rPr sz="2800" dirty="0">
                <a:latin typeface="Times New Roman"/>
                <a:cs typeface="Times New Roman"/>
              </a:rPr>
              <a:t>a</a:t>
            </a:r>
            <a:r>
              <a:rPr sz="2800" spc="-25" dirty="0">
                <a:latin typeface="Times New Roman"/>
                <a:cs typeface="Times New Roman"/>
              </a:rPr>
              <a:t> </a:t>
            </a:r>
            <a:r>
              <a:rPr sz="2800" dirty="0">
                <a:latin typeface="Times New Roman"/>
                <a:cs typeface="Times New Roman"/>
              </a:rPr>
              <a:t>need</a:t>
            </a:r>
            <a:r>
              <a:rPr sz="2800" spc="-25" dirty="0">
                <a:latin typeface="Times New Roman"/>
                <a:cs typeface="Times New Roman"/>
              </a:rPr>
              <a:t> </a:t>
            </a:r>
            <a:r>
              <a:rPr sz="2800" dirty="0">
                <a:latin typeface="Times New Roman"/>
                <a:cs typeface="Times New Roman"/>
              </a:rPr>
              <a:t>arises</a:t>
            </a:r>
            <a:r>
              <a:rPr sz="2800" spc="-30" dirty="0">
                <a:latin typeface="Times New Roman"/>
                <a:cs typeface="Times New Roman"/>
              </a:rPr>
              <a:t> </a:t>
            </a:r>
            <a:r>
              <a:rPr sz="2800" dirty="0">
                <a:latin typeface="Times New Roman"/>
                <a:cs typeface="Times New Roman"/>
              </a:rPr>
              <a:t>for</a:t>
            </a:r>
            <a:r>
              <a:rPr sz="2800" spc="-30" dirty="0">
                <a:latin typeface="Times New Roman"/>
                <a:cs typeface="Times New Roman"/>
              </a:rPr>
              <a:t> </a:t>
            </a:r>
            <a:r>
              <a:rPr sz="2800" dirty="0">
                <a:latin typeface="Times New Roman"/>
                <a:cs typeface="Times New Roman"/>
              </a:rPr>
              <a:t>a</a:t>
            </a:r>
            <a:r>
              <a:rPr sz="2800" spc="-25" dirty="0">
                <a:latin typeface="Times New Roman"/>
                <a:cs typeface="Times New Roman"/>
              </a:rPr>
              <a:t> </a:t>
            </a:r>
            <a:r>
              <a:rPr sz="2800" dirty="0">
                <a:latin typeface="Times New Roman"/>
                <a:cs typeface="Times New Roman"/>
              </a:rPr>
              <a:t>reliable</a:t>
            </a:r>
            <a:r>
              <a:rPr sz="2800" spc="-25" dirty="0">
                <a:latin typeface="Times New Roman"/>
                <a:cs typeface="Times New Roman"/>
              </a:rPr>
              <a:t> </a:t>
            </a:r>
            <a:r>
              <a:rPr sz="2800" dirty="0">
                <a:latin typeface="Times New Roman"/>
                <a:cs typeface="Times New Roman"/>
              </a:rPr>
              <a:t>and</a:t>
            </a:r>
            <a:r>
              <a:rPr sz="2800" spc="-30" dirty="0">
                <a:latin typeface="Times New Roman"/>
                <a:cs typeface="Times New Roman"/>
              </a:rPr>
              <a:t> </a:t>
            </a:r>
            <a:r>
              <a:rPr sz="2800" dirty="0">
                <a:latin typeface="Times New Roman"/>
                <a:cs typeface="Times New Roman"/>
              </a:rPr>
              <a:t>automated</a:t>
            </a:r>
            <a:r>
              <a:rPr sz="2800" spc="-25" dirty="0">
                <a:latin typeface="Times New Roman"/>
                <a:cs typeface="Times New Roman"/>
              </a:rPr>
              <a:t> </a:t>
            </a:r>
            <a:r>
              <a:rPr sz="2800" spc="-10" dirty="0">
                <a:latin typeface="Times New Roman"/>
                <a:cs typeface="Times New Roman"/>
              </a:rPr>
              <a:t>system.</a:t>
            </a:r>
            <a:endParaRPr sz="2800">
              <a:latin typeface="Times New Roman"/>
              <a:cs typeface="Times New Roman"/>
            </a:endParaRPr>
          </a:p>
        </p:txBody>
      </p:sp>
      <p:sp>
        <p:nvSpPr>
          <p:cNvPr id="27" name="object 27"/>
          <p:cNvSpPr txBox="1"/>
          <p:nvPr/>
        </p:nvSpPr>
        <p:spPr>
          <a:xfrm>
            <a:off x="2288539" y="7624444"/>
            <a:ext cx="10488930"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The</a:t>
            </a:r>
            <a:r>
              <a:rPr sz="2800" spc="-50" dirty="0">
                <a:latin typeface="Times New Roman"/>
                <a:cs typeface="Times New Roman"/>
              </a:rPr>
              <a:t> </a:t>
            </a:r>
            <a:r>
              <a:rPr sz="2800" dirty="0">
                <a:latin typeface="Times New Roman"/>
                <a:cs typeface="Times New Roman"/>
              </a:rPr>
              <a:t>system</a:t>
            </a:r>
            <a:r>
              <a:rPr sz="2800" spc="-45" dirty="0">
                <a:latin typeface="Times New Roman"/>
                <a:cs typeface="Times New Roman"/>
              </a:rPr>
              <a:t> </a:t>
            </a:r>
            <a:r>
              <a:rPr sz="2800" dirty="0">
                <a:latin typeface="Times New Roman"/>
                <a:cs typeface="Times New Roman"/>
              </a:rPr>
              <a:t>should</a:t>
            </a:r>
            <a:r>
              <a:rPr sz="2800" spc="-50" dirty="0">
                <a:latin typeface="Times New Roman"/>
                <a:cs typeface="Times New Roman"/>
              </a:rPr>
              <a:t> </a:t>
            </a:r>
            <a:r>
              <a:rPr sz="2800" dirty="0">
                <a:latin typeface="Times New Roman"/>
                <a:cs typeface="Times New Roman"/>
              </a:rPr>
              <a:t>simplify</a:t>
            </a:r>
            <a:r>
              <a:rPr sz="2800" spc="-45" dirty="0">
                <a:latin typeface="Times New Roman"/>
                <a:cs typeface="Times New Roman"/>
              </a:rPr>
              <a:t> </a:t>
            </a:r>
            <a:r>
              <a:rPr sz="2800" dirty="0">
                <a:latin typeface="Times New Roman"/>
                <a:cs typeface="Times New Roman"/>
              </a:rPr>
              <a:t>event</a:t>
            </a:r>
            <a:r>
              <a:rPr sz="2800" spc="-50" dirty="0">
                <a:latin typeface="Times New Roman"/>
                <a:cs typeface="Times New Roman"/>
              </a:rPr>
              <a:t> </a:t>
            </a:r>
            <a:r>
              <a:rPr sz="2800" dirty="0">
                <a:latin typeface="Times New Roman"/>
                <a:cs typeface="Times New Roman"/>
              </a:rPr>
              <a:t>management</a:t>
            </a:r>
            <a:r>
              <a:rPr sz="2800" spc="-50" dirty="0">
                <a:latin typeface="Times New Roman"/>
                <a:cs typeface="Times New Roman"/>
              </a:rPr>
              <a:t> </a:t>
            </a:r>
            <a:r>
              <a:rPr sz="2800" dirty="0">
                <a:latin typeface="Times New Roman"/>
                <a:cs typeface="Times New Roman"/>
              </a:rPr>
              <a:t>and</a:t>
            </a:r>
            <a:r>
              <a:rPr sz="2800" spc="-45" dirty="0">
                <a:latin typeface="Times New Roman"/>
                <a:cs typeface="Times New Roman"/>
              </a:rPr>
              <a:t> </a:t>
            </a:r>
            <a:r>
              <a:rPr sz="2800" dirty="0">
                <a:latin typeface="Times New Roman"/>
                <a:cs typeface="Times New Roman"/>
              </a:rPr>
              <a:t>improve</a:t>
            </a:r>
            <a:r>
              <a:rPr sz="2800" spc="-50" dirty="0">
                <a:latin typeface="Times New Roman"/>
                <a:cs typeface="Times New Roman"/>
              </a:rPr>
              <a:t> </a:t>
            </a:r>
            <a:r>
              <a:rPr sz="2800" spc="-10" dirty="0">
                <a:latin typeface="Times New Roman"/>
                <a:cs typeface="Times New Roman"/>
              </a:rPr>
              <a:t>accuracy.</a:t>
            </a:r>
            <a:endParaRPr sz="28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09358" y="3315741"/>
            <a:ext cx="992505" cy="992505"/>
          </a:xfrm>
          <a:custGeom>
            <a:avLst/>
            <a:gdLst/>
            <a:ahLst/>
            <a:cxnLst/>
            <a:rect l="l" t="t" r="r" b="b"/>
            <a:pathLst>
              <a:path w="992505" h="992504">
                <a:moveTo>
                  <a:pt x="496227" y="992466"/>
                </a:moveTo>
                <a:lnTo>
                  <a:pt x="448437" y="990195"/>
                </a:lnTo>
                <a:lnTo>
                  <a:pt x="401933" y="983518"/>
                </a:lnTo>
                <a:lnTo>
                  <a:pt x="356922" y="972645"/>
                </a:lnTo>
                <a:lnTo>
                  <a:pt x="313612" y="957784"/>
                </a:lnTo>
                <a:lnTo>
                  <a:pt x="272211" y="939141"/>
                </a:lnTo>
                <a:lnTo>
                  <a:pt x="232927" y="916926"/>
                </a:lnTo>
                <a:lnTo>
                  <a:pt x="195968" y="891346"/>
                </a:lnTo>
                <a:lnTo>
                  <a:pt x="161541" y="862609"/>
                </a:lnTo>
                <a:lnTo>
                  <a:pt x="129856" y="830923"/>
                </a:lnTo>
                <a:lnTo>
                  <a:pt x="101119" y="796496"/>
                </a:lnTo>
                <a:lnTo>
                  <a:pt x="75539" y="759535"/>
                </a:lnTo>
                <a:lnTo>
                  <a:pt x="53324" y="720250"/>
                </a:lnTo>
                <a:lnTo>
                  <a:pt x="34682" y="678848"/>
                </a:lnTo>
                <a:lnTo>
                  <a:pt x="19820" y="635537"/>
                </a:lnTo>
                <a:lnTo>
                  <a:pt x="8947" y="590524"/>
                </a:lnTo>
                <a:lnTo>
                  <a:pt x="2271" y="544018"/>
                </a:lnTo>
                <a:lnTo>
                  <a:pt x="0" y="496227"/>
                </a:lnTo>
                <a:lnTo>
                  <a:pt x="2271" y="448437"/>
                </a:lnTo>
                <a:lnTo>
                  <a:pt x="8947" y="401933"/>
                </a:lnTo>
                <a:lnTo>
                  <a:pt x="19820" y="356922"/>
                </a:lnTo>
                <a:lnTo>
                  <a:pt x="34682" y="313612"/>
                </a:lnTo>
                <a:lnTo>
                  <a:pt x="53324" y="272211"/>
                </a:lnTo>
                <a:lnTo>
                  <a:pt x="75539" y="232927"/>
                </a:lnTo>
                <a:lnTo>
                  <a:pt x="101119" y="195968"/>
                </a:lnTo>
                <a:lnTo>
                  <a:pt x="129856" y="161541"/>
                </a:lnTo>
                <a:lnTo>
                  <a:pt x="161541" y="129856"/>
                </a:lnTo>
                <a:lnTo>
                  <a:pt x="195968" y="101119"/>
                </a:lnTo>
                <a:lnTo>
                  <a:pt x="232927" y="75539"/>
                </a:lnTo>
                <a:lnTo>
                  <a:pt x="272211" y="53324"/>
                </a:lnTo>
                <a:lnTo>
                  <a:pt x="313612" y="34682"/>
                </a:lnTo>
                <a:lnTo>
                  <a:pt x="356922" y="19820"/>
                </a:lnTo>
                <a:lnTo>
                  <a:pt x="401933" y="8947"/>
                </a:lnTo>
                <a:lnTo>
                  <a:pt x="448437" y="2271"/>
                </a:lnTo>
                <a:lnTo>
                  <a:pt x="496227" y="0"/>
                </a:lnTo>
                <a:lnTo>
                  <a:pt x="544018" y="2271"/>
                </a:lnTo>
                <a:lnTo>
                  <a:pt x="590524" y="8947"/>
                </a:lnTo>
                <a:lnTo>
                  <a:pt x="635537" y="19820"/>
                </a:lnTo>
                <a:lnTo>
                  <a:pt x="678848" y="34682"/>
                </a:lnTo>
                <a:lnTo>
                  <a:pt x="720250" y="53324"/>
                </a:lnTo>
                <a:lnTo>
                  <a:pt x="759535" y="75539"/>
                </a:lnTo>
                <a:lnTo>
                  <a:pt x="796496" y="101119"/>
                </a:lnTo>
                <a:lnTo>
                  <a:pt x="830923" y="129856"/>
                </a:lnTo>
                <a:lnTo>
                  <a:pt x="862609" y="161541"/>
                </a:lnTo>
                <a:lnTo>
                  <a:pt x="891346" y="195968"/>
                </a:lnTo>
                <a:lnTo>
                  <a:pt x="916926" y="232927"/>
                </a:lnTo>
                <a:lnTo>
                  <a:pt x="939141" y="272211"/>
                </a:lnTo>
                <a:lnTo>
                  <a:pt x="957784" y="313612"/>
                </a:lnTo>
                <a:lnTo>
                  <a:pt x="972645" y="356922"/>
                </a:lnTo>
                <a:lnTo>
                  <a:pt x="983518" y="401933"/>
                </a:lnTo>
                <a:lnTo>
                  <a:pt x="990195" y="448437"/>
                </a:lnTo>
                <a:lnTo>
                  <a:pt x="992466" y="496227"/>
                </a:lnTo>
                <a:lnTo>
                  <a:pt x="990195" y="544018"/>
                </a:lnTo>
                <a:lnTo>
                  <a:pt x="983518" y="590524"/>
                </a:lnTo>
                <a:lnTo>
                  <a:pt x="972645" y="635537"/>
                </a:lnTo>
                <a:lnTo>
                  <a:pt x="957784" y="678848"/>
                </a:lnTo>
                <a:lnTo>
                  <a:pt x="939141" y="720250"/>
                </a:lnTo>
                <a:lnTo>
                  <a:pt x="916926" y="759535"/>
                </a:lnTo>
                <a:lnTo>
                  <a:pt x="891346" y="796496"/>
                </a:lnTo>
                <a:lnTo>
                  <a:pt x="862609" y="830923"/>
                </a:lnTo>
                <a:lnTo>
                  <a:pt x="830923" y="862609"/>
                </a:lnTo>
                <a:lnTo>
                  <a:pt x="796496" y="891346"/>
                </a:lnTo>
                <a:lnTo>
                  <a:pt x="759535" y="916926"/>
                </a:lnTo>
                <a:lnTo>
                  <a:pt x="720250" y="939141"/>
                </a:lnTo>
                <a:lnTo>
                  <a:pt x="678848" y="957784"/>
                </a:lnTo>
                <a:lnTo>
                  <a:pt x="635537" y="972645"/>
                </a:lnTo>
                <a:lnTo>
                  <a:pt x="590524" y="983518"/>
                </a:lnTo>
                <a:lnTo>
                  <a:pt x="544018" y="990195"/>
                </a:lnTo>
                <a:lnTo>
                  <a:pt x="496227" y="992466"/>
                </a:lnTo>
                <a:close/>
              </a:path>
            </a:pathLst>
          </a:custGeom>
          <a:solidFill>
            <a:srgbClr val="FC611F"/>
          </a:solidFill>
        </p:spPr>
        <p:txBody>
          <a:bodyPr wrap="square" lIns="0" tIns="0" rIns="0" bIns="0" rtlCol="0"/>
          <a:lstStyle/>
          <a:p>
            <a:endParaRPr/>
          </a:p>
        </p:txBody>
      </p:sp>
      <p:sp>
        <p:nvSpPr>
          <p:cNvPr id="3" name="object 3"/>
          <p:cNvSpPr txBox="1"/>
          <p:nvPr/>
        </p:nvSpPr>
        <p:spPr>
          <a:xfrm>
            <a:off x="1087513" y="3566972"/>
            <a:ext cx="236220" cy="436880"/>
          </a:xfrm>
          <a:prstGeom prst="rect">
            <a:avLst/>
          </a:prstGeom>
        </p:spPr>
        <p:txBody>
          <a:bodyPr vert="horz" wrap="square" lIns="0" tIns="12700" rIns="0" bIns="0" rtlCol="0">
            <a:spAutoFit/>
          </a:bodyPr>
          <a:lstStyle/>
          <a:p>
            <a:pPr marL="12700">
              <a:lnSpc>
                <a:spcPct val="100000"/>
              </a:lnSpc>
              <a:spcBef>
                <a:spcPts val="100"/>
              </a:spcBef>
            </a:pPr>
            <a:r>
              <a:rPr sz="2700" spc="125" dirty="0">
                <a:solidFill>
                  <a:srgbClr val="FFFDFD"/>
                </a:solidFill>
                <a:latin typeface="Tahoma"/>
                <a:cs typeface="Tahoma"/>
              </a:rPr>
              <a:t>3</a:t>
            </a:r>
            <a:endParaRPr sz="2700">
              <a:latin typeface="Tahoma"/>
              <a:cs typeface="Tahoma"/>
            </a:endParaRPr>
          </a:p>
        </p:txBody>
      </p:sp>
      <p:pic>
        <p:nvPicPr>
          <p:cNvPr id="4" name="object 4"/>
          <p:cNvPicPr/>
          <p:nvPr/>
        </p:nvPicPr>
        <p:blipFill>
          <a:blip r:embed="rId2" cstate="print"/>
          <a:stretch>
            <a:fillRect/>
          </a:stretch>
        </p:blipFill>
        <p:spPr>
          <a:xfrm>
            <a:off x="946835" y="4423536"/>
            <a:ext cx="517512" cy="552450"/>
          </a:xfrm>
          <a:prstGeom prst="rect">
            <a:avLst/>
          </a:prstGeom>
        </p:spPr>
      </p:pic>
      <p:sp>
        <p:nvSpPr>
          <p:cNvPr id="5" name="object 5"/>
          <p:cNvSpPr txBox="1"/>
          <p:nvPr/>
        </p:nvSpPr>
        <p:spPr>
          <a:xfrm>
            <a:off x="1120432" y="4553483"/>
            <a:ext cx="170815" cy="285750"/>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pic>
        <p:nvPicPr>
          <p:cNvPr id="6" name="object 6"/>
          <p:cNvPicPr/>
          <p:nvPr/>
        </p:nvPicPr>
        <p:blipFill>
          <a:blip r:embed="rId3" cstate="print"/>
          <a:stretch>
            <a:fillRect/>
          </a:stretch>
        </p:blipFill>
        <p:spPr>
          <a:xfrm>
            <a:off x="946835" y="1977580"/>
            <a:ext cx="517512" cy="552450"/>
          </a:xfrm>
          <a:prstGeom prst="rect">
            <a:avLst/>
          </a:prstGeom>
        </p:spPr>
      </p:pic>
      <p:pic>
        <p:nvPicPr>
          <p:cNvPr id="7" name="object 7"/>
          <p:cNvPicPr/>
          <p:nvPr/>
        </p:nvPicPr>
        <p:blipFill>
          <a:blip r:embed="rId2" cstate="print"/>
          <a:stretch>
            <a:fillRect/>
          </a:stretch>
        </p:blipFill>
        <p:spPr>
          <a:xfrm>
            <a:off x="946835" y="5089296"/>
            <a:ext cx="517512" cy="552450"/>
          </a:xfrm>
          <a:prstGeom prst="rect">
            <a:avLst/>
          </a:prstGeom>
        </p:spPr>
      </p:pic>
      <p:pic>
        <p:nvPicPr>
          <p:cNvPr id="8" name="object 8"/>
          <p:cNvPicPr/>
          <p:nvPr/>
        </p:nvPicPr>
        <p:blipFill>
          <a:blip r:embed="rId2" cstate="print"/>
          <a:stretch>
            <a:fillRect/>
          </a:stretch>
        </p:blipFill>
        <p:spPr>
          <a:xfrm>
            <a:off x="946835" y="2643352"/>
            <a:ext cx="517512" cy="552450"/>
          </a:xfrm>
          <a:prstGeom prst="rect">
            <a:avLst/>
          </a:prstGeom>
        </p:spPr>
      </p:pic>
      <p:sp>
        <p:nvSpPr>
          <p:cNvPr id="9" name="object 9"/>
          <p:cNvSpPr txBox="1"/>
          <p:nvPr/>
        </p:nvSpPr>
        <p:spPr>
          <a:xfrm>
            <a:off x="1128052" y="2107539"/>
            <a:ext cx="155575" cy="951230"/>
          </a:xfrm>
          <a:prstGeom prst="rect">
            <a:avLst/>
          </a:prstGeom>
        </p:spPr>
        <p:txBody>
          <a:bodyPr vert="horz" wrap="square" lIns="0" tIns="13335" rIns="0" bIns="0" rtlCol="0">
            <a:spAutoFit/>
          </a:bodyPr>
          <a:lstStyle/>
          <a:p>
            <a:pPr marL="38735">
              <a:lnSpc>
                <a:spcPct val="100000"/>
              </a:lnSpc>
              <a:spcBef>
                <a:spcPts val="105"/>
              </a:spcBef>
            </a:pPr>
            <a:r>
              <a:rPr sz="1700" spc="-375" dirty="0">
                <a:solidFill>
                  <a:srgbClr val="181818"/>
                </a:solidFill>
                <a:latin typeface="Tahoma"/>
                <a:cs typeface="Tahoma"/>
              </a:rPr>
              <a:t>1</a:t>
            </a:r>
            <a:endParaRPr sz="1700">
              <a:latin typeface="Tahoma"/>
              <a:cs typeface="Tahoma"/>
            </a:endParaRPr>
          </a:p>
          <a:p>
            <a:pPr>
              <a:lnSpc>
                <a:spcPct val="100000"/>
              </a:lnSpc>
              <a:spcBef>
                <a:spcPts val="1150"/>
              </a:spcBef>
            </a:pPr>
            <a:endParaRPr sz="1700">
              <a:latin typeface="Tahoma"/>
              <a:cs typeface="Tahoma"/>
            </a:endParaRPr>
          </a:p>
          <a:p>
            <a:pPr marL="12700">
              <a:lnSpc>
                <a:spcPct val="100000"/>
              </a:lnSpc>
            </a:pPr>
            <a:r>
              <a:rPr sz="1700" spc="40" dirty="0">
                <a:solidFill>
                  <a:srgbClr val="181818"/>
                </a:solidFill>
                <a:latin typeface="Tahoma"/>
                <a:cs typeface="Tahoma"/>
              </a:rPr>
              <a:t>2</a:t>
            </a:r>
            <a:endParaRPr sz="1700">
              <a:latin typeface="Tahoma"/>
              <a:cs typeface="Tahoma"/>
            </a:endParaRPr>
          </a:p>
        </p:txBody>
      </p:sp>
      <p:pic>
        <p:nvPicPr>
          <p:cNvPr id="10" name="object 10"/>
          <p:cNvPicPr/>
          <p:nvPr/>
        </p:nvPicPr>
        <p:blipFill>
          <a:blip r:embed="rId4" cstate="print"/>
          <a:stretch>
            <a:fillRect/>
          </a:stretch>
        </p:blipFill>
        <p:spPr>
          <a:xfrm>
            <a:off x="946835" y="6420827"/>
            <a:ext cx="517512" cy="552450"/>
          </a:xfrm>
          <a:prstGeom prst="rect">
            <a:avLst/>
          </a:prstGeom>
        </p:spPr>
      </p:pic>
      <p:pic>
        <p:nvPicPr>
          <p:cNvPr id="11" name="object 11"/>
          <p:cNvPicPr/>
          <p:nvPr/>
        </p:nvPicPr>
        <p:blipFill>
          <a:blip r:embed="rId5" cstate="print"/>
          <a:stretch>
            <a:fillRect/>
          </a:stretch>
        </p:blipFill>
        <p:spPr>
          <a:xfrm>
            <a:off x="946835" y="5755055"/>
            <a:ext cx="517512" cy="552450"/>
          </a:xfrm>
          <a:prstGeom prst="rect">
            <a:avLst/>
          </a:prstGeom>
        </p:spPr>
      </p:pic>
      <p:pic>
        <p:nvPicPr>
          <p:cNvPr id="12" name="object 12"/>
          <p:cNvPicPr/>
          <p:nvPr/>
        </p:nvPicPr>
        <p:blipFill>
          <a:blip r:embed="rId2" cstate="print"/>
          <a:stretch>
            <a:fillRect/>
          </a:stretch>
        </p:blipFill>
        <p:spPr>
          <a:xfrm>
            <a:off x="946835" y="7088454"/>
            <a:ext cx="517512" cy="552450"/>
          </a:xfrm>
          <a:prstGeom prst="rect">
            <a:avLst/>
          </a:prstGeom>
        </p:spPr>
      </p:pic>
      <p:pic>
        <p:nvPicPr>
          <p:cNvPr id="13" name="object 13"/>
          <p:cNvPicPr/>
          <p:nvPr/>
        </p:nvPicPr>
        <p:blipFill>
          <a:blip r:embed="rId5" cstate="print"/>
          <a:stretch>
            <a:fillRect/>
          </a:stretch>
        </p:blipFill>
        <p:spPr>
          <a:xfrm>
            <a:off x="946835" y="7756080"/>
            <a:ext cx="517512" cy="552450"/>
          </a:xfrm>
          <a:prstGeom prst="rect">
            <a:avLst/>
          </a:prstGeom>
        </p:spPr>
      </p:pic>
      <p:sp>
        <p:nvSpPr>
          <p:cNvPr id="14" name="object 14"/>
          <p:cNvSpPr txBox="1"/>
          <p:nvPr/>
        </p:nvSpPr>
        <p:spPr>
          <a:xfrm>
            <a:off x="1122972" y="5219255"/>
            <a:ext cx="165735" cy="2952115"/>
          </a:xfrm>
          <a:prstGeom prst="rect">
            <a:avLst/>
          </a:prstGeom>
        </p:spPr>
        <p:txBody>
          <a:bodyPr vert="horz" wrap="square" lIns="0" tIns="13335" rIns="0" bIns="0" rtlCol="0">
            <a:spAutoFit/>
          </a:bodyPr>
          <a:lstStyle/>
          <a:p>
            <a:pPr marL="15875">
              <a:lnSpc>
                <a:spcPct val="100000"/>
              </a:lnSpc>
              <a:spcBef>
                <a:spcPts val="105"/>
              </a:spcBef>
            </a:pPr>
            <a:r>
              <a:rPr sz="1700" spc="60" dirty="0">
                <a:solidFill>
                  <a:srgbClr val="181818"/>
                </a:solidFill>
                <a:latin typeface="Tahoma"/>
                <a:cs typeface="Tahoma"/>
              </a:rPr>
              <a:t>5</a:t>
            </a:r>
            <a:endParaRPr sz="1700">
              <a:latin typeface="Tahoma"/>
              <a:cs typeface="Tahoma"/>
            </a:endParaRPr>
          </a:p>
          <a:p>
            <a:pPr>
              <a:lnSpc>
                <a:spcPct val="100000"/>
              </a:lnSpc>
              <a:spcBef>
                <a:spcPts val="1150"/>
              </a:spcBef>
            </a:pPr>
            <a:endParaRPr sz="1700">
              <a:latin typeface="Tahoma"/>
              <a:cs typeface="Tahoma"/>
            </a:endParaRPr>
          </a:p>
          <a:p>
            <a:pPr marL="12700">
              <a:lnSpc>
                <a:spcPct val="100000"/>
              </a:lnSpc>
            </a:pPr>
            <a:r>
              <a:rPr sz="1700" spc="125" dirty="0">
                <a:solidFill>
                  <a:srgbClr val="181818"/>
                </a:solidFill>
                <a:latin typeface="Tahoma"/>
                <a:cs typeface="Tahoma"/>
              </a:rPr>
              <a:t>6</a:t>
            </a:r>
            <a:endParaRPr sz="1700">
              <a:latin typeface="Tahoma"/>
              <a:cs typeface="Tahoma"/>
            </a:endParaRPr>
          </a:p>
          <a:p>
            <a:pPr>
              <a:lnSpc>
                <a:spcPct val="100000"/>
              </a:lnSpc>
              <a:spcBef>
                <a:spcPts val="1150"/>
              </a:spcBef>
            </a:pPr>
            <a:endParaRPr sz="1700">
              <a:latin typeface="Tahoma"/>
              <a:cs typeface="Tahoma"/>
            </a:endParaRPr>
          </a:p>
          <a:p>
            <a:pPr marL="17145">
              <a:lnSpc>
                <a:spcPct val="100000"/>
              </a:lnSpc>
            </a:pPr>
            <a:r>
              <a:rPr sz="1700" spc="30" dirty="0">
                <a:solidFill>
                  <a:srgbClr val="181818"/>
                </a:solidFill>
                <a:latin typeface="Tahoma"/>
                <a:cs typeface="Tahoma"/>
              </a:rPr>
              <a:t>7</a:t>
            </a:r>
            <a:endParaRPr sz="1700">
              <a:latin typeface="Tahoma"/>
              <a:cs typeface="Tahoma"/>
            </a:endParaRPr>
          </a:p>
          <a:p>
            <a:pPr>
              <a:lnSpc>
                <a:spcPct val="100000"/>
              </a:lnSpc>
              <a:spcBef>
                <a:spcPts val="1165"/>
              </a:spcBef>
            </a:pPr>
            <a:endParaRPr sz="1700">
              <a:latin typeface="Tahoma"/>
              <a:cs typeface="Tahoma"/>
            </a:endParaRPr>
          </a:p>
          <a:p>
            <a:pPr marL="13970">
              <a:lnSpc>
                <a:spcPct val="100000"/>
              </a:lnSpc>
            </a:pPr>
            <a:r>
              <a:rPr sz="1700" spc="95" dirty="0">
                <a:solidFill>
                  <a:srgbClr val="181818"/>
                </a:solidFill>
                <a:latin typeface="Tahoma"/>
                <a:cs typeface="Tahoma"/>
              </a:rPr>
              <a:t>8</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125" dirty="0">
                <a:solidFill>
                  <a:srgbClr val="181818"/>
                </a:solidFill>
                <a:latin typeface="Tahoma"/>
                <a:cs typeface="Tahoma"/>
              </a:rPr>
              <a:t>9</a:t>
            </a:r>
            <a:endParaRPr sz="1700">
              <a:latin typeface="Tahoma"/>
              <a:cs typeface="Tahoma"/>
            </a:endParaRPr>
          </a:p>
        </p:txBody>
      </p:sp>
      <p:sp>
        <p:nvSpPr>
          <p:cNvPr id="15" name="object 15" descr="$PPTXTitle"/>
          <p:cNvSpPr txBox="1">
            <a:spLocks noGrp="1"/>
          </p:cNvSpPr>
          <p:nvPr>
            <p:ph type="title"/>
          </p:nvPr>
        </p:nvSpPr>
        <p:spPr>
          <a:prstGeom prst="rect">
            <a:avLst/>
          </a:prstGeom>
        </p:spPr>
        <p:txBody>
          <a:bodyPr vert="horz" wrap="square" lIns="0" tIns="65113" rIns="0" bIns="0" rtlCol="0">
            <a:spAutoFit/>
          </a:bodyPr>
          <a:lstStyle/>
          <a:p>
            <a:pPr marL="4033520">
              <a:lnSpc>
                <a:spcPct val="100000"/>
              </a:lnSpc>
              <a:spcBef>
                <a:spcPts val="100"/>
              </a:spcBef>
            </a:pPr>
            <a:r>
              <a:rPr spc="-10" dirty="0"/>
              <a:t>OBJECTIVE(S)</a:t>
            </a:r>
          </a:p>
        </p:txBody>
      </p:sp>
      <p:pic>
        <p:nvPicPr>
          <p:cNvPr id="16" name="object 16"/>
          <p:cNvPicPr/>
          <p:nvPr/>
        </p:nvPicPr>
        <p:blipFill>
          <a:blip r:embed="rId6" cstate="print"/>
          <a:stretch>
            <a:fillRect/>
          </a:stretch>
        </p:blipFill>
        <p:spPr>
          <a:xfrm>
            <a:off x="16313416" y="910463"/>
            <a:ext cx="945883" cy="236473"/>
          </a:xfrm>
          <a:prstGeom prst="rect">
            <a:avLst/>
          </a:prstGeom>
        </p:spPr>
      </p:pic>
      <p:sp>
        <p:nvSpPr>
          <p:cNvPr id="17" name="object 17"/>
          <p:cNvSpPr txBox="1"/>
          <p:nvPr/>
        </p:nvSpPr>
        <p:spPr>
          <a:xfrm>
            <a:off x="2288539" y="3358515"/>
            <a:ext cx="1348803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spc="-120" dirty="0">
                <a:latin typeface="Calibri"/>
                <a:cs typeface="Calibri"/>
              </a:rPr>
              <a:t>To</a:t>
            </a:r>
            <a:r>
              <a:rPr sz="2800" spc="-40" dirty="0">
                <a:latin typeface="Calibri"/>
                <a:cs typeface="Calibri"/>
              </a:rPr>
              <a:t> </a:t>
            </a:r>
            <a:r>
              <a:rPr sz="2800" dirty="0">
                <a:latin typeface="Calibri"/>
                <a:cs typeface="Calibri"/>
              </a:rPr>
              <a:t>design</a:t>
            </a:r>
            <a:r>
              <a:rPr sz="2800" spc="-80" dirty="0">
                <a:latin typeface="Calibri"/>
                <a:cs typeface="Calibri"/>
              </a:rPr>
              <a:t> </a:t>
            </a:r>
            <a:r>
              <a:rPr sz="2800" dirty="0">
                <a:latin typeface="Calibri"/>
                <a:cs typeface="Calibri"/>
              </a:rPr>
              <a:t>and</a:t>
            </a:r>
            <a:r>
              <a:rPr sz="2800" spc="-60" dirty="0">
                <a:latin typeface="Calibri"/>
                <a:cs typeface="Calibri"/>
              </a:rPr>
              <a:t> </a:t>
            </a:r>
            <a:r>
              <a:rPr sz="2800" dirty="0">
                <a:latin typeface="Calibri"/>
                <a:cs typeface="Calibri"/>
              </a:rPr>
              <a:t>develop</a:t>
            </a:r>
            <a:r>
              <a:rPr sz="2800" spc="-60" dirty="0">
                <a:latin typeface="Calibri"/>
                <a:cs typeface="Calibri"/>
              </a:rPr>
              <a:t> </a:t>
            </a:r>
            <a:r>
              <a:rPr sz="2800" dirty="0">
                <a:latin typeface="Calibri"/>
                <a:cs typeface="Calibri"/>
              </a:rPr>
              <a:t>a</a:t>
            </a:r>
            <a:r>
              <a:rPr sz="2800" spc="-55" dirty="0">
                <a:latin typeface="Calibri"/>
                <a:cs typeface="Calibri"/>
              </a:rPr>
              <a:t> </a:t>
            </a:r>
            <a:r>
              <a:rPr sz="2800" spc="-25" dirty="0">
                <a:latin typeface="Calibri"/>
                <a:cs typeface="Calibri"/>
              </a:rPr>
              <a:t>web-</a:t>
            </a:r>
            <a:r>
              <a:rPr sz="2800" dirty="0">
                <a:latin typeface="Calibri"/>
                <a:cs typeface="Calibri"/>
              </a:rPr>
              <a:t>based</a:t>
            </a:r>
            <a:r>
              <a:rPr sz="2800" spc="-60" dirty="0">
                <a:latin typeface="Calibri"/>
                <a:cs typeface="Calibri"/>
              </a:rPr>
              <a:t> </a:t>
            </a:r>
            <a:r>
              <a:rPr sz="2800" spc="-20" dirty="0">
                <a:latin typeface="Calibri"/>
                <a:cs typeface="Calibri"/>
              </a:rPr>
              <a:t>system</a:t>
            </a:r>
            <a:r>
              <a:rPr sz="2800" spc="-60" dirty="0">
                <a:latin typeface="Calibri"/>
                <a:cs typeface="Calibri"/>
              </a:rPr>
              <a:t> </a:t>
            </a:r>
            <a:r>
              <a:rPr sz="2800" dirty="0">
                <a:latin typeface="Calibri"/>
                <a:cs typeface="Calibri"/>
              </a:rPr>
              <a:t>for</a:t>
            </a:r>
            <a:r>
              <a:rPr sz="2800" spc="-60" dirty="0">
                <a:latin typeface="Calibri"/>
                <a:cs typeface="Calibri"/>
              </a:rPr>
              <a:t> </a:t>
            </a:r>
            <a:r>
              <a:rPr sz="2800" dirty="0">
                <a:latin typeface="Calibri"/>
                <a:cs typeface="Calibri"/>
              </a:rPr>
              <a:t>managing</a:t>
            </a:r>
            <a:r>
              <a:rPr sz="2800" spc="-50" dirty="0">
                <a:latin typeface="Calibri"/>
                <a:cs typeface="Calibri"/>
              </a:rPr>
              <a:t> </a:t>
            </a:r>
            <a:r>
              <a:rPr sz="2800" dirty="0">
                <a:latin typeface="Calibri"/>
                <a:cs typeface="Calibri"/>
              </a:rPr>
              <a:t>campus</a:t>
            </a:r>
            <a:r>
              <a:rPr sz="2800" spc="-60" dirty="0">
                <a:latin typeface="Calibri"/>
                <a:cs typeface="Calibri"/>
              </a:rPr>
              <a:t> </a:t>
            </a:r>
            <a:r>
              <a:rPr sz="2800" dirty="0">
                <a:latin typeface="Calibri"/>
                <a:cs typeface="Calibri"/>
              </a:rPr>
              <a:t>events</a:t>
            </a:r>
            <a:r>
              <a:rPr sz="2800" spc="-60" dirty="0">
                <a:latin typeface="Calibri"/>
                <a:cs typeface="Calibri"/>
              </a:rPr>
              <a:t> </a:t>
            </a:r>
            <a:r>
              <a:rPr sz="2800" dirty="0">
                <a:latin typeface="Calibri"/>
                <a:cs typeface="Calibri"/>
              </a:rPr>
              <a:t>and</a:t>
            </a:r>
            <a:r>
              <a:rPr sz="2800" spc="-60" dirty="0">
                <a:latin typeface="Calibri"/>
                <a:cs typeface="Calibri"/>
              </a:rPr>
              <a:t> </a:t>
            </a:r>
            <a:r>
              <a:rPr sz="2800" spc="-10" dirty="0">
                <a:latin typeface="Calibri"/>
                <a:cs typeface="Calibri"/>
              </a:rPr>
              <a:t>registrations.</a:t>
            </a:r>
            <a:endParaRPr sz="2800">
              <a:latin typeface="Calibri"/>
              <a:cs typeface="Calibri"/>
            </a:endParaRPr>
          </a:p>
        </p:txBody>
      </p:sp>
      <p:sp>
        <p:nvSpPr>
          <p:cNvPr id="18" name="object 18"/>
          <p:cNvSpPr txBox="1"/>
          <p:nvPr/>
        </p:nvSpPr>
        <p:spPr>
          <a:xfrm>
            <a:off x="2288539" y="4211954"/>
            <a:ext cx="1201610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spc="-120" dirty="0">
                <a:latin typeface="Calibri"/>
                <a:cs typeface="Calibri"/>
              </a:rPr>
              <a:t>To</a:t>
            </a:r>
            <a:r>
              <a:rPr sz="2800" spc="-40" dirty="0">
                <a:latin typeface="Calibri"/>
                <a:cs typeface="Calibri"/>
              </a:rPr>
              <a:t> </a:t>
            </a:r>
            <a:r>
              <a:rPr sz="2800" dirty="0">
                <a:latin typeface="Calibri"/>
                <a:cs typeface="Calibri"/>
              </a:rPr>
              <a:t>implement</a:t>
            </a:r>
            <a:r>
              <a:rPr sz="2800" spc="-130" dirty="0">
                <a:latin typeface="Calibri"/>
                <a:cs typeface="Calibri"/>
              </a:rPr>
              <a:t> </a:t>
            </a:r>
            <a:r>
              <a:rPr sz="2800" dirty="0">
                <a:latin typeface="Calibri"/>
                <a:cs typeface="Calibri"/>
              </a:rPr>
              <a:t>an</a:t>
            </a:r>
            <a:r>
              <a:rPr sz="2800" spc="-85" dirty="0">
                <a:latin typeface="Calibri"/>
                <a:cs typeface="Calibri"/>
              </a:rPr>
              <a:t> </a:t>
            </a:r>
            <a:r>
              <a:rPr sz="2800" dirty="0">
                <a:latin typeface="Calibri"/>
                <a:cs typeface="Calibri"/>
              </a:rPr>
              <a:t>efficient</a:t>
            </a:r>
            <a:r>
              <a:rPr sz="2800" spc="-80" dirty="0">
                <a:latin typeface="Calibri"/>
                <a:cs typeface="Calibri"/>
              </a:rPr>
              <a:t> </a:t>
            </a:r>
            <a:r>
              <a:rPr sz="2800" spc="-10" dirty="0">
                <a:latin typeface="Calibri"/>
                <a:cs typeface="Calibri"/>
              </a:rPr>
              <a:t>platform</a:t>
            </a:r>
            <a:r>
              <a:rPr sz="2800" spc="-85" dirty="0">
                <a:latin typeface="Calibri"/>
                <a:cs typeface="Calibri"/>
              </a:rPr>
              <a:t> </a:t>
            </a:r>
            <a:r>
              <a:rPr sz="2800" dirty="0">
                <a:latin typeface="Calibri"/>
                <a:cs typeface="Calibri"/>
              </a:rPr>
              <a:t>for</a:t>
            </a:r>
            <a:r>
              <a:rPr sz="2800" spc="-85" dirty="0">
                <a:latin typeface="Calibri"/>
                <a:cs typeface="Calibri"/>
              </a:rPr>
              <a:t> </a:t>
            </a:r>
            <a:r>
              <a:rPr sz="2800" dirty="0">
                <a:latin typeface="Calibri"/>
                <a:cs typeface="Calibri"/>
              </a:rPr>
              <a:t>event</a:t>
            </a:r>
            <a:r>
              <a:rPr sz="2800" spc="-80" dirty="0">
                <a:latin typeface="Calibri"/>
                <a:cs typeface="Calibri"/>
              </a:rPr>
              <a:t> </a:t>
            </a:r>
            <a:r>
              <a:rPr sz="2800" dirty="0">
                <a:latin typeface="Calibri"/>
                <a:cs typeface="Calibri"/>
              </a:rPr>
              <a:t>creation,</a:t>
            </a:r>
            <a:r>
              <a:rPr sz="2800" spc="-85" dirty="0">
                <a:latin typeface="Calibri"/>
                <a:cs typeface="Calibri"/>
              </a:rPr>
              <a:t> </a:t>
            </a:r>
            <a:r>
              <a:rPr sz="2800" spc="-10" dirty="0">
                <a:latin typeface="Calibri"/>
                <a:cs typeface="Calibri"/>
              </a:rPr>
              <a:t>registration,</a:t>
            </a:r>
            <a:r>
              <a:rPr sz="2800" spc="-85" dirty="0">
                <a:latin typeface="Calibri"/>
                <a:cs typeface="Calibri"/>
              </a:rPr>
              <a:t> </a:t>
            </a:r>
            <a:r>
              <a:rPr sz="2800" dirty="0">
                <a:latin typeface="Calibri"/>
                <a:cs typeface="Calibri"/>
              </a:rPr>
              <a:t>and</a:t>
            </a:r>
            <a:r>
              <a:rPr sz="2800" spc="-85" dirty="0">
                <a:latin typeface="Calibri"/>
                <a:cs typeface="Calibri"/>
              </a:rPr>
              <a:t> </a:t>
            </a:r>
            <a:r>
              <a:rPr sz="2800" spc="-10" dirty="0">
                <a:latin typeface="Calibri"/>
                <a:cs typeface="Calibri"/>
              </a:rPr>
              <a:t>tracking.</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09358" y="3983367"/>
            <a:ext cx="992505" cy="992505"/>
          </a:xfrm>
          <a:custGeom>
            <a:avLst/>
            <a:gdLst/>
            <a:ahLst/>
            <a:cxnLst/>
            <a:rect l="l" t="t" r="r" b="b"/>
            <a:pathLst>
              <a:path w="992505" h="992504">
                <a:moveTo>
                  <a:pt x="496227" y="992466"/>
                </a:moveTo>
                <a:lnTo>
                  <a:pt x="448437" y="990195"/>
                </a:lnTo>
                <a:lnTo>
                  <a:pt x="401933" y="983518"/>
                </a:lnTo>
                <a:lnTo>
                  <a:pt x="356922" y="972646"/>
                </a:lnTo>
                <a:lnTo>
                  <a:pt x="313612" y="957784"/>
                </a:lnTo>
                <a:lnTo>
                  <a:pt x="272211" y="939142"/>
                </a:lnTo>
                <a:lnTo>
                  <a:pt x="232927" y="916927"/>
                </a:lnTo>
                <a:lnTo>
                  <a:pt x="195968" y="891347"/>
                </a:lnTo>
                <a:lnTo>
                  <a:pt x="161541" y="862610"/>
                </a:lnTo>
                <a:lnTo>
                  <a:pt x="129856" y="830924"/>
                </a:lnTo>
                <a:lnTo>
                  <a:pt x="101119" y="796498"/>
                </a:lnTo>
                <a:lnTo>
                  <a:pt x="75539" y="759539"/>
                </a:lnTo>
                <a:lnTo>
                  <a:pt x="53324" y="720255"/>
                </a:lnTo>
                <a:lnTo>
                  <a:pt x="34682" y="678854"/>
                </a:lnTo>
                <a:lnTo>
                  <a:pt x="19820" y="635544"/>
                </a:lnTo>
                <a:lnTo>
                  <a:pt x="8947" y="590533"/>
                </a:lnTo>
                <a:lnTo>
                  <a:pt x="2271" y="544028"/>
                </a:lnTo>
                <a:lnTo>
                  <a:pt x="0" y="496239"/>
                </a:lnTo>
                <a:lnTo>
                  <a:pt x="2271" y="448448"/>
                </a:lnTo>
                <a:lnTo>
                  <a:pt x="8947" y="401942"/>
                </a:lnTo>
                <a:lnTo>
                  <a:pt x="19820" y="356929"/>
                </a:lnTo>
                <a:lnTo>
                  <a:pt x="34682" y="313618"/>
                </a:lnTo>
                <a:lnTo>
                  <a:pt x="53324" y="272216"/>
                </a:lnTo>
                <a:lnTo>
                  <a:pt x="75539" y="232930"/>
                </a:lnTo>
                <a:lnTo>
                  <a:pt x="101119" y="195970"/>
                </a:lnTo>
                <a:lnTo>
                  <a:pt x="129856" y="161543"/>
                </a:lnTo>
                <a:lnTo>
                  <a:pt x="161541" y="129857"/>
                </a:lnTo>
                <a:lnTo>
                  <a:pt x="195968" y="101120"/>
                </a:lnTo>
                <a:lnTo>
                  <a:pt x="232927" y="75540"/>
                </a:lnTo>
                <a:lnTo>
                  <a:pt x="272211" y="53325"/>
                </a:lnTo>
                <a:lnTo>
                  <a:pt x="313612" y="34682"/>
                </a:lnTo>
                <a:lnTo>
                  <a:pt x="356922" y="19820"/>
                </a:lnTo>
                <a:lnTo>
                  <a:pt x="401933" y="8947"/>
                </a:lnTo>
                <a:lnTo>
                  <a:pt x="448437" y="2271"/>
                </a:lnTo>
                <a:lnTo>
                  <a:pt x="496227" y="0"/>
                </a:lnTo>
                <a:lnTo>
                  <a:pt x="544018" y="2271"/>
                </a:lnTo>
                <a:lnTo>
                  <a:pt x="590524" y="8947"/>
                </a:lnTo>
                <a:lnTo>
                  <a:pt x="635537" y="19820"/>
                </a:lnTo>
                <a:lnTo>
                  <a:pt x="678848" y="34682"/>
                </a:lnTo>
                <a:lnTo>
                  <a:pt x="720250" y="53325"/>
                </a:lnTo>
                <a:lnTo>
                  <a:pt x="759535" y="75540"/>
                </a:lnTo>
                <a:lnTo>
                  <a:pt x="796496" y="101120"/>
                </a:lnTo>
                <a:lnTo>
                  <a:pt x="830923" y="129857"/>
                </a:lnTo>
                <a:lnTo>
                  <a:pt x="862609" y="161543"/>
                </a:lnTo>
                <a:lnTo>
                  <a:pt x="891346" y="195970"/>
                </a:lnTo>
                <a:lnTo>
                  <a:pt x="916926" y="232930"/>
                </a:lnTo>
                <a:lnTo>
                  <a:pt x="939141" y="272216"/>
                </a:lnTo>
                <a:lnTo>
                  <a:pt x="957784" y="313618"/>
                </a:lnTo>
                <a:lnTo>
                  <a:pt x="972645" y="356929"/>
                </a:lnTo>
                <a:lnTo>
                  <a:pt x="983518" y="401942"/>
                </a:lnTo>
                <a:lnTo>
                  <a:pt x="990195" y="448448"/>
                </a:lnTo>
                <a:lnTo>
                  <a:pt x="992466" y="496239"/>
                </a:lnTo>
                <a:lnTo>
                  <a:pt x="990195" y="544028"/>
                </a:lnTo>
                <a:lnTo>
                  <a:pt x="983518" y="590533"/>
                </a:lnTo>
                <a:lnTo>
                  <a:pt x="972645" y="635544"/>
                </a:lnTo>
                <a:lnTo>
                  <a:pt x="957784" y="678854"/>
                </a:lnTo>
                <a:lnTo>
                  <a:pt x="939141" y="720255"/>
                </a:lnTo>
                <a:lnTo>
                  <a:pt x="916926" y="759539"/>
                </a:lnTo>
                <a:lnTo>
                  <a:pt x="891346" y="796498"/>
                </a:lnTo>
                <a:lnTo>
                  <a:pt x="862609" y="830924"/>
                </a:lnTo>
                <a:lnTo>
                  <a:pt x="830923" y="862610"/>
                </a:lnTo>
                <a:lnTo>
                  <a:pt x="796496" y="891347"/>
                </a:lnTo>
                <a:lnTo>
                  <a:pt x="759535" y="916927"/>
                </a:lnTo>
                <a:lnTo>
                  <a:pt x="720250" y="939142"/>
                </a:lnTo>
                <a:lnTo>
                  <a:pt x="678848" y="957784"/>
                </a:lnTo>
                <a:lnTo>
                  <a:pt x="635537" y="972646"/>
                </a:lnTo>
                <a:lnTo>
                  <a:pt x="590524" y="983518"/>
                </a:lnTo>
                <a:lnTo>
                  <a:pt x="544018" y="990195"/>
                </a:lnTo>
                <a:lnTo>
                  <a:pt x="496227" y="992466"/>
                </a:lnTo>
                <a:close/>
              </a:path>
            </a:pathLst>
          </a:custGeom>
          <a:solidFill>
            <a:srgbClr val="FC611F"/>
          </a:solidFill>
        </p:spPr>
        <p:txBody>
          <a:bodyPr wrap="square" lIns="0" tIns="0" rIns="0" bIns="0" rtlCol="0"/>
          <a:lstStyle/>
          <a:p>
            <a:endParaRPr/>
          </a:p>
        </p:txBody>
      </p:sp>
      <p:sp>
        <p:nvSpPr>
          <p:cNvPr id="3" name="object 3"/>
          <p:cNvSpPr txBox="1"/>
          <p:nvPr/>
        </p:nvSpPr>
        <p:spPr>
          <a:xfrm>
            <a:off x="1077353" y="4234599"/>
            <a:ext cx="255904" cy="436880"/>
          </a:xfrm>
          <a:prstGeom prst="rect">
            <a:avLst/>
          </a:prstGeom>
        </p:spPr>
        <p:txBody>
          <a:bodyPr vert="horz" wrap="square" lIns="0" tIns="12700" rIns="0" bIns="0" rtlCol="0">
            <a:spAutoFit/>
          </a:bodyPr>
          <a:lstStyle/>
          <a:p>
            <a:pPr marL="12700">
              <a:lnSpc>
                <a:spcPct val="100000"/>
              </a:lnSpc>
              <a:spcBef>
                <a:spcPts val="100"/>
              </a:spcBef>
            </a:pPr>
            <a:r>
              <a:rPr sz="2700" spc="270" dirty="0">
                <a:solidFill>
                  <a:srgbClr val="FFFDFD"/>
                </a:solidFill>
                <a:latin typeface="Tahoma"/>
                <a:cs typeface="Tahoma"/>
              </a:rPr>
              <a:t>4</a:t>
            </a:r>
            <a:endParaRPr sz="2700">
              <a:latin typeface="Tahoma"/>
              <a:cs typeface="Tahoma"/>
            </a:endParaRPr>
          </a:p>
        </p:txBody>
      </p:sp>
      <p:pic>
        <p:nvPicPr>
          <p:cNvPr id="4" name="object 4"/>
          <p:cNvPicPr/>
          <p:nvPr/>
        </p:nvPicPr>
        <p:blipFill>
          <a:blip r:embed="rId2" cstate="print"/>
          <a:stretch>
            <a:fillRect/>
          </a:stretch>
        </p:blipFill>
        <p:spPr>
          <a:xfrm>
            <a:off x="946835" y="3310978"/>
            <a:ext cx="517512" cy="552450"/>
          </a:xfrm>
          <a:prstGeom prst="rect">
            <a:avLst/>
          </a:prstGeom>
        </p:spPr>
      </p:pic>
      <p:sp>
        <p:nvSpPr>
          <p:cNvPr id="5" name="object 5"/>
          <p:cNvSpPr txBox="1"/>
          <p:nvPr/>
        </p:nvSpPr>
        <p:spPr>
          <a:xfrm>
            <a:off x="1126782" y="3440938"/>
            <a:ext cx="158750" cy="285750"/>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3</a:t>
            </a:r>
            <a:endParaRPr sz="1700">
              <a:latin typeface="Tahoma"/>
              <a:cs typeface="Tahoma"/>
            </a:endParaRPr>
          </a:p>
        </p:txBody>
      </p:sp>
      <p:pic>
        <p:nvPicPr>
          <p:cNvPr id="6" name="object 6"/>
          <p:cNvPicPr/>
          <p:nvPr/>
        </p:nvPicPr>
        <p:blipFill>
          <a:blip r:embed="rId3" cstate="print"/>
          <a:stretch>
            <a:fillRect/>
          </a:stretch>
        </p:blipFill>
        <p:spPr>
          <a:xfrm>
            <a:off x="946835" y="1977580"/>
            <a:ext cx="517512" cy="552450"/>
          </a:xfrm>
          <a:prstGeom prst="rect">
            <a:avLst/>
          </a:prstGeom>
        </p:spPr>
      </p:pic>
      <p:sp>
        <p:nvSpPr>
          <p:cNvPr id="7" name="object 7"/>
          <p:cNvSpPr txBox="1"/>
          <p:nvPr/>
        </p:nvSpPr>
        <p:spPr>
          <a:xfrm>
            <a:off x="1154087" y="2107539"/>
            <a:ext cx="103505" cy="285750"/>
          </a:xfrm>
          <a:prstGeom prst="rect">
            <a:avLst/>
          </a:prstGeom>
        </p:spPr>
        <p:txBody>
          <a:bodyPr vert="horz" wrap="square" lIns="0" tIns="13335" rIns="0" bIns="0" rtlCol="0">
            <a:spAutoFit/>
          </a:bodyPr>
          <a:lstStyle/>
          <a:p>
            <a:pPr marL="12700">
              <a:lnSpc>
                <a:spcPct val="100000"/>
              </a:lnSpc>
              <a:spcBef>
                <a:spcPts val="105"/>
              </a:spcBef>
            </a:pPr>
            <a:r>
              <a:rPr sz="1700" spc="-375" dirty="0">
                <a:solidFill>
                  <a:srgbClr val="181818"/>
                </a:solidFill>
                <a:latin typeface="Tahoma"/>
                <a:cs typeface="Tahoma"/>
              </a:rPr>
              <a:t>1</a:t>
            </a:r>
            <a:endParaRPr sz="1700">
              <a:latin typeface="Tahoma"/>
              <a:cs typeface="Tahoma"/>
            </a:endParaRPr>
          </a:p>
        </p:txBody>
      </p:sp>
      <p:pic>
        <p:nvPicPr>
          <p:cNvPr id="8" name="object 8"/>
          <p:cNvPicPr/>
          <p:nvPr/>
        </p:nvPicPr>
        <p:blipFill>
          <a:blip r:embed="rId4" cstate="print"/>
          <a:stretch>
            <a:fillRect/>
          </a:stretch>
        </p:blipFill>
        <p:spPr>
          <a:xfrm>
            <a:off x="946835" y="5089296"/>
            <a:ext cx="517512" cy="552450"/>
          </a:xfrm>
          <a:prstGeom prst="rect">
            <a:avLst/>
          </a:prstGeom>
        </p:spPr>
      </p:pic>
      <p:sp>
        <p:nvSpPr>
          <p:cNvPr id="9" name="object 9"/>
          <p:cNvSpPr txBox="1"/>
          <p:nvPr/>
        </p:nvSpPr>
        <p:spPr>
          <a:xfrm>
            <a:off x="1126782" y="5219255"/>
            <a:ext cx="158115" cy="285750"/>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pic>
        <p:nvPicPr>
          <p:cNvPr id="10" name="object 10"/>
          <p:cNvPicPr/>
          <p:nvPr/>
        </p:nvPicPr>
        <p:blipFill>
          <a:blip r:embed="rId4" cstate="print"/>
          <a:stretch>
            <a:fillRect/>
          </a:stretch>
        </p:blipFill>
        <p:spPr>
          <a:xfrm>
            <a:off x="946835" y="2643352"/>
            <a:ext cx="517512" cy="552450"/>
          </a:xfrm>
          <a:prstGeom prst="rect">
            <a:avLst/>
          </a:prstGeom>
        </p:spPr>
      </p:pic>
      <p:sp>
        <p:nvSpPr>
          <p:cNvPr id="11" name="object 11"/>
          <p:cNvSpPr txBox="1"/>
          <p:nvPr/>
        </p:nvSpPr>
        <p:spPr>
          <a:xfrm>
            <a:off x="1128052" y="2773298"/>
            <a:ext cx="155575" cy="285750"/>
          </a:xfrm>
          <a:prstGeom prst="rect">
            <a:avLst/>
          </a:prstGeom>
        </p:spPr>
        <p:txBody>
          <a:bodyPr vert="horz" wrap="square" lIns="0" tIns="13335" rIns="0" bIns="0" rtlCol="0">
            <a:spAutoFit/>
          </a:bodyPr>
          <a:lstStyle/>
          <a:p>
            <a:pPr marL="12700">
              <a:lnSpc>
                <a:spcPct val="100000"/>
              </a:lnSpc>
              <a:spcBef>
                <a:spcPts val="105"/>
              </a:spcBef>
            </a:pPr>
            <a:r>
              <a:rPr sz="1700" spc="40" dirty="0">
                <a:solidFill>
                  <a:srgbClr val="181818"/>
                </a:solidFill>
                <a:latin typeface="Tahoma"/>
                <a:cs typeface="Tahoma"/>
              </a:rPr>
              <a:t>2</a:t>
            </a:r>
            <a:endParaRPr sz="1700">
              <a:latin typeface="Tahoma"/>
              <a:cs typeface="Tahoma"/>
            </a:endParaRPr>
          </a:p>
        </p:txBody>
      </p:sp>
      <p:pic>
        <p:nvPicPr>
          <p:cNvPr id="12" name="object 12"/>
          <p:cNvPicPr/>
          <p:nvPr/>
        </p:nvPicPr>
        <p:blipFill>
          <a:blip r:embed="rId5" cstate="print"/>
          <a:stretch>
            <a:fillRect/>
          </a:stretch>
        </p:blipFill>
        <p:spPr>
          <a:xfrm>
            <a:off x="946835" y="6420827"/>
            <a:ext cx="517512" cy="552450"/>
          </a:xfrm>
          <a:prstGeom prst="rect">
            <a:avLst/>
          </a:prstGeom>
        </p:spPr>
      </p:pic>
      <p:sp>
        <p:nvSpPr>
          <p:cNvPr id="13" name="object 13"/>
          <p:cNvSpPr txBox="1"/>
          <p:nvPr/>
        </p:nvSpPr>
        <p:spPr>
          <a:xfrm>
            <a:off x="1128052" y="6550774"/>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pic>
        <p:nvPicPr>
          <p:cNvPr id="14" name="object 14"/>
          <p:cNvPicPr/>
          <p:nvPr/>
        </p:nvPicPr>
        <p:blipFill>
          <a:blip r:embed="rId2" cstate="print"/>
          <a:stretch>
            <a:fillRect/>
          </a:stretch>
        </p:blipFill>
        <p:spPr>
          <a:xfrm>
            <a:off x="946835" y="5755055"/>
            <a:ext cx="517512" cy="552450"/>
          </a:xfrm>
          <a:prstGeom prst="rect">
            <a:avLst/>
          </a:prstGeom>
        </p:spPr>
      </p:pic>
      <p:sp>
        <p:nvSpPr>
          <p:cNvPr id="15" name="object 15"/>
          <p:cNvSpPr txBox="1"/>
          <p:nvPr/>
        </p:nvSpPr>
        <p:spPr>
          <a:xfrm>
            <a:off x="1122972" y="5885015"/>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pic>
        <p:nvPicPr>
          <p:cNvPr id="16" name="object 16"/>
          <p:cNvPicPr/>
          <p:nvPr/>
        </p:nvPicPr>
        <p:blipFill>
          <a:blip r:embed="rId4" cstate="print"/>
          <a:stretch>
            <a:fillRect/>
          </a:stretch>
        </p:blipFill>
        <p:spPr>
          <a:xfrm>
            <a:off x="946835" y="7088454"/>
            <a:ext cx="517512" cy="552450"/>
          </a:xfrm>
          <a:prstGeom prst="rect">
            <a:avLst/>
          </a:prstGeom>
        </p:spPr>
      </p:pic>
      <p:sp>
        <p:nvSpPr>
          <p:cNvPr id="17" name="object 17"/>
          <p:cNvSpPr txBox="1"/>
          <p:nvPr/>
        </p:nvSpPr>
        <p:spPr>
          <a:xfrm>
            <a:off x="1124877" y="7218413"/>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pic>
        <p:nvPicPr>
          <p:cNvPr id="18" name="object 18"/>
          <p:cNvPicPr/>
          <p:nvPr/>
        </p:nvPicPr>
        <p:blipFill>
          <a:blip r:embed="rId2" cstate="print"/>
          <a:stretch>
            <a:fillRect/>
          </a:stretch>
        </p:blipFill>
        <p:spPr>
          <a:xfrm>
            <a:off x="946835" y="7756080"/>
            <a:ext cx="517512" cy="552450"/>
          </a:xfrm>
          <a:prstGeom prst="rect">
            <a:avLst/>
          </a:prstGeom>
        </p:spPr>
      </p:pic>
      <p:sp>
        <p:nvSpPr>
          <p:cNvPr id="19" name="object 19"/>
          <p:cNvSpPr txBox="1"/>
          <p:nvPr/>
        </p:nvSpPr>
        <p:spPr>
          <a:xfrm>
            <a:off x="1122972" y="7886039"/>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pic>
        <p:nvPicPr>
          <p:cNvPr id="20" name="object 20"/>
          <p:cNvPicPr/>
          <p:nvPr/>
        </p:nvPicPr>
        <p:blipFill>
          <a:blip r:embed="rId6" cstate="print"/>
          <a:stretch>
            <a:fillRect/>
          </a:stretch>
        </p:blipFill>
        <p:spPr>
          <a:xfrm>
            <a:off x="16313416" y="910463"/>
            <a:ext cx="945883" cy="236473"/>
          </a:xfrm>
          <a:prstGeom prst="rect">
            <a:avLst/>
          </a:prstGeom>
        </p:spPr>
      </p:pic>
      <p:sp>
        <p:nvSpPr>
          <p:cNvPr id="21" name="object 21" descr="$PPTXTitle"/>
          <p:cNvSpPr txBox="1">
            <a:spLocks noGrp="1"/>
          </p:cNvSpPr>
          <p:nvPr>
            <p:ph type="title"/>
          </p:nvPr>
        </p:nvSpPr>
        <p:spPr>
          <a:prstGeom prst="rect">
            <a:avLst/>
          </a:prstGeom>
        </p:spPr>
        <p:txBody>
          <a:bodyPr vert="horz" wrap="square" lIns="0" tIns="65113" rIns="0" bIns="0" rtlCol="0">
            <a:spAutoFit/>
          </a:bodyPr>
          <a:lstStyle/>
          <a:p>
            <a:pPr marL="3178175">
              <a:lnSpc>
                <a:spcPct val="100000"/>
              </a:lnSpc>
              <a:spcBef>
                <a:spcPts val="100"/>
              </a:spcBef>
            </a:pPr>
            <a:r>
              <a:rPr dirty="0"/>
              <a:t>PROPOSED</a:t>
            </a:r>
            <a:r>
              <a:rPr spc="-190" dirty="0"/>
              <a:t> </a:t>
            </a:r>
            <a:r>
              <a:rPr spc="-10" dirty="0"/>
              <a:t>SYSTEM</a:t>
            </a:r>
          </a:p>
        </p:txBody>
      </p:sp>
      <p:sp>
        <p:nvSpPr>
          <p:cNvPr id="22" name="object 22"/>
          <p:cNvSpPr txBox="1"/>
          <p:nvPr/>
        </p:nvSpPr>
        <p:spPr>
          <a:xfrm>
            <a:off x="2745739" y="2503804"/>
            <a:ext cx="771461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Provides</a:t>
            </a:r>
            <a:r>
              <a:rPr sz="2800" spc="-50" dirty="0">
                <a:latin typeface="Times New Roman"/>
                <a:cs typeface="Times New Roman"/>
              </a:rPr>
              <a:t> </a:t>
            </a:r>
            <a:r>
              <a:rPr sz="2800" dirty="0">
                <a:latin typeface="Times New Roman"/>
                <a:cs typeface="Times New Roman"/>
              </a:rPr>
              <a:t>an</a:t>
            </a:r>
            <a:r>
              <a:rPr sz="2800" spc="-45" dirty="0">
                <a:latin typeface="Times New Roman"/>
                <a:cs typeface="Times New Roman"/>
              </a:rPr>
              <a:t> </a:t>
            </a:r>
            <a:r>
              <a:rPr sz="2800" dirty="0">
                <a:latin typeface="Times New Roman"/>
                <a:cs typeface="Times New Roman"/>
              </a:rPr>
              <a:t>online</a:t>
            </a:r>
            <a:r>
              <a:rPr sz="2800" spc="-45" dirty="0">
                <a:latin typeface="Times New Roman"/>
                <a:cs typeface="Times New Roman"/>
              </a:rPr>
              <a:t> </a:t>
            </a:r>
            <a:r>
              <a:rPr sz="2800" dirty="0">
                <a:latin typeface="Times New Roman"/>
                <a:cs typeface="Times New Roman"/>
              </a:rPr>
              <a:t>platform</a:t>
            </a:r>
            <a:r>
              <a:rPr sz="2800" spc="-40" dirty="0">
                <a:latin typeface="Times New Roman"/>
                <a:cs typeface="Times New Roman"/>
              </a:rPr>
              <a:t> </a:t>
            </a:r>
            <a:r>
              <a:rPr sz="2800" dirty="0">
                <a:latin typeface="Times New Roman"/>
                <a:cs typeface="Times New Roman"/>
              </a:rPr>
              <a:t>for</a:t>
            </a:r>
            <a:r>
              <a:rPr sz="2800" spc="-50" dirty="0">
                <a:latin typeface="Times New Roman"/>
                <a:cs typeface="Times New Roman"/>
              </a:rPr>
              <a:t> </a:t>
            </a:r>
            <a:r>
              <a:rPr sz="2800" dirty="0">
                <a:latin typeface="Times New Roman"/>
                <a:cs typeface="Times New Roman"/>
              </a:rPr>
              <a:t>event</a:t>
            </a:r>
            <a:r>
              <a:rPr sz="2800" spc="-45" dirty="0">
                <a:latin typeface="Times New Roman"/>
                <a:cs typeface="Times New Roman"/>
              </a:rPr>
              <a:t> </a:t>
            </a:r>
            <a:r>
              <a:rPr sz="2800" spc="-10" dirty="0">
                <a:latin typeface="Times New Roman"/>
                <a:cs typeface="Times New Roman"/>
              </a:rPr>
              <a:t>management</a:t>
            </a:r>
            <a:endParaRPr sz="2800">
              <a:latin typeface="Times New Roman"/>
              <a:cs typeface="Times New Roman"/>
            </a:endParaRPr>
          </a:p>
        </p:txBody>
      </p:sp>
      <p:sp>
        <p:nvSpPr>
          <p:cNvPr id="23" name="object 23"/>
          <p:cNvSpPr txBox="1"/>
          <p:nvPr/>
        </p:nvSpPr>
        <p:spPr>
          <a:xfrm>
            <a:off x="2745739" y="3357244"/>
            <a:ext cx="7311390"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Enables</a:t>
            </a:r>
            <a:r>
              <a:rPr sz="2800" spc="-35" dirty="0">
                <a:latin typeface="Times New Roman"/>
                <a:cs typeface="Times New Roman"/>
              </a:rPr>
              <a:t> </a:t>
            </a:r>
            <a:r>
              <a:rPr sz="2800" dirty="0">
                <a:latin typeface="Times New Roman"/>
                <a:cs typeface="Times New Roman"/>
              </a:rPr>
              <a:t>admin</a:t>
            </a:r>
            <a:r>
              <a:rPr sz="2800" spc="-35" dirty="0">
                <a:latin typeface="Times New Roman"/>
                <a:cs typeface="Times New Roman"/>
              </a:rPr>
              <a:t> </a:t>
            </a:r>
            <a:r>
              <a:rPr sz="2800" dirty="0">
                <a:latin typeface="Times New Roman"/>
                <a:cs typeface="Times New Roman"/>
              </a:rPr>
              <a:t>to</a:t>
            </a:r>
            <a:r>
              <a:rPr sz="2800" spc="-30" dirty="0">
                <a:latin typeface="Times New Roman"/>
                <a:cs typeface="Times New Roman"/>
              </a:rPr>
              <a:t> </a:t>
            </a:r>
            <a:r>
              <a:rPr sz="2800" dirty="0">
                <a:latin typeface="Times New Roman"/>
                <a:cs typeface="Times New Roman"/>
              </a:rPr>
              <a:t>add,</a:t>
            </a:r>
            <a:r>
              <a:rPr sz="2800" spc="-35" dirty="0">
                <a:latin typeface="Times New Roman"/>
                <a:cs typeface="Times New Roman"/>
              </a:rPr>
              <a:t> </a:t>
            </a:r>
            <a:r>
              <a:rPr sz="2800" dirty="0">
                <a:latin typeface="Times New Roman"/>
                <a:cs typeface="Times New Roman"/>
              </a:rPr>
              <a:t>update,</a:t>
            </a:r>
            <a:r>
              <a:rPr sz="2800" spc="-30"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dirty="0">
                <a:latin typeface="Times New Roman"/>
                <a:cs typeface="Times New Roman"/>
              </a:rPr>
              <a:t>delete</a:t>
            </a:r>
            <a:r>
              <a:rPr sz="2800" spc="-30" dirty="0">
                <a:latin typeface="Times New Roman"/>
                <a:cs typeface="Times New Roman"/>
              </a:rPr>
              <a:t> </a:t>
            </a:r>
            <a:r>
              <a:rPr sz="2800" spc="-10" dirty="0">
                <a:latin typeface="Times New Roman"/>
                <a:cs typeface="Times New Roman"/>
              </a:rPr>
              <a:t>events</a:t>
            </a:r>
            <a:endParaRPr sz="2800">
              <a:latin typeface="Times New Roman"/>
              <a:cs typeface="Times New Roman"/>
            </a:endParaRPr>
          </a:p>
        </p:txBody>
      </p:sp>
      <p:sp>
        <p:nvSpPr>
          <p:cNvPr id="24" name="object 24"/>
          <p:cNvSpPr txBox="1"/>
          <p:nvPr/>
        </p:nvSpPr>
        <p:spPr>
          <a:xfrm>
            <a:off x="2745739" y="4210684"/>
            <a:ext cx="5255260"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Stores</a:t>
            </a:r>
            <a:r>
              <a:rPr sz="2800" spc="-25" dirty="0">
                <a:latin typeface="Times New Roman"/>
                <a:cs typeface="Times New Roman"/>
              </a:rPr>
              <a:t> </a:t>
            </a:r>
            <a:r>
              <a:rPr sz="2800" dirty="0">
                <a:latin typeface="Times New Roman"/>
                <a:cs typeface="Times New Roman"/>
              </a:rPr>
              <a:t>data</a:t>
            </a:r>
            <a:r>
              <a:rPr sz="2800" spc="-25" dirty="0">
                <a:latin typeface="Times New Roman"/>
                <a:cs typeface="Times New Roman"/>
              </a:rPr>
              <a:t> </a:t>
            </a:r>
            <a:r>
              <a:rPr sz="2800" dirty="0">
                <a:latin typeface="Times New Roman"/>
                <a:cs typeface="Times New Roman"/>
              </a:rPr>
              <a:t>securely</a:t>
            </a:r>
            <a:r>
              <a:rPr sz="2800" spc="-20" dirty="0">
                <a:latin typeface="Times New Roman"/>
                <a:cs typeface="Times New Roman"/>
              </a:rPr>
              <a:t> </a:t>
            </a:r>
            <a:r>
              <a:rPr sz="2800" dirty="0">
                <a:latin typeface="Times New Roman"/>
                <a:cs typeface="Times New Roman"/>
              </a:rPr>
              <a:t>in</a:t>
            </a:r>
            <a:r>
              <a:rPr sz="2800" spc="-25" dirty="0">
                <a:latin typeface="Times New Roman"/>
                <a:cs typeface="Times New Roman"/>
              </a:rPr>
              <a:t> </a:t>
            </a:r>
            <a:r>
              <a:rPr sz="2800" dirty="0">
                <a:latin typeface="Times New Roman"/>
                <a:cs typeface="Times New Roman"/>
              </a:rPr>
              <a:t>a</a:t>
            </a:r>
            <a:r>
              <a:rPr sz="2800" spc="-20" dirty="0">
                <a:latin typeface="Times New Roman"/>
                <a:cs typeface="Times New Roman"/>
              </a:rPr>
              <a:t> </a:t>
            </a:r>
            <a:r>
              <a:rPr sz="2800" spc="-10" dirty="0">
                <a:latin typeface="Times New Roman"/>
                <a:cs typeface="Times New Roman"/>
              </a:rPr>
              <a:t>database</a:t>
            </a:r>
            <a:endParaRPr sz="2800">
              <a:latin typeface="Times New Roman"/>
              <a:cs typeface="Times New Roman"/>
            </a:endParaRPr>
          </a:p>
        </p:txBody>
      </p:sp>
      <p:sp>
        <p:nvSpPr>
          <p:cNvPr id="25" name="object 25"/>
          <p:cNvSpPr txBox="1"/>
          <p:nvPr/>
        </p:nvSpPr>
        <p:spPr>
          <a:xfrm>
            <a:off x="2745739" y="5064125"/>
            <a:ext cx="516445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Reduces</a:t>
            </a:r>
            <a:r>
              <a:rPr sz="2800" spc="-40" dirty="0">
                <a:latin typeface="Times New Roman"/>
                <a:cs typeface="Times New Roman"/>
              </a:rPr>
              <a:t> </a:t>
            </a:r>
            <a:r>
              <a:rPr sz="2800" dirty="0">
                <a:latin typeface="Times New Roman"/>
                <a:cs typeface="Times New Roman"/>
              </a:rPr>
              <a:t>manual</a:t>
            </a:r>
            <a:r>
              <a:rPr sz="2800" spc="-40" dirty="0">
                <a:latin typeface="Times New Roman"/>
                <a:cs typeface="Times New Roman"/>
              </a:rPr>
              <a:t> </a:t>
            </a:r>
            <a:r>
              <a:rPr sz="2800" dirty="0">
                <a:latin typeface="Times New Roman"/>
                <a:cs typeface="Times New Roman"/>
              </a:rPr>
              <a:t>work</a:t>
            </a:r>
            <a:r>
              <a:rPr sz="2800" spc="-40" dirty="0">
                <a:latin typeface="Times New Roman"/>
                <a:cs typeface="Times New Roman"/>
              </a:rPr>
              <a:t> </a:t>
            </a:r>
            <a:r>
              <a:rPr sz="2800" dirty="0">
                <a:latin typeface="Times New Roman"/>
                <a:cs typeface="Times New Roman"/>
              </a:rPr>
              <a:t>and</a:t>
            </a:r>
            <a:r>
              <a:rPr sz="2800" spc="-40" dirty="0">
                <a:latin typeface="Times New Roman"/>
                <a:cs typeface="Times New Roman"/>
              </a:rPr>
              <a:t> </a:t>
            </a:r>
            <a:r>
              <a:rPr sz="2800" spc="-10" dirty="0">
                <a:latin typeface="Times New Roman"/>
                <a:cs typeface="Times New Roman"/>
              </a:rPr>
              <a:t>errors</a:t>
            </a:r>
            <a:endParaRPr sz="2800">
              <a:latin typeface="Times New Roman"/>
              <a:cs typeface="Times New Roman"/>
            </a:endParaRPr>
          </a:p>
        </p:txBody>
      </p:sp>
      <p:sp>
        <p:nvSpPr>
          <p:cNvPr id="26" name="object 26"/>
          <p:cNvSpPr txBox="1"/>
          <p:nvPr/>
        </p:nvSpPr>
        <p:spPr>
          <a:xfrm>
            <a:off x="2745739" y="5917564"/>
            <a:ext cx="8239759"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Improves</a:t>
            </a:r>
            <a:r>
              <a:rPr sz="2800" spc="-65" dirty="0">
                <a:latin typeface="Times New Roman"/>
                <a:cs typeface="Times New Roman"/>
              </a:rPr>
              <a:t> </a:t>
            </a:r>
            <a:r>
              <a:rPr sz="2800" dirty="0">
                <a:latin typeface="Times New Roman"/>
                <a:cs typeface="Times New Roman"/>
              </a:rPr>
              <a:t>communication</a:t>
            </a:r>
            <a:r>
              <a:rPr sz="2800" spc="-60" dirty="0">
                <a:latin typeface="Times New Roman"/>
                <a:cs typeface="Times New Roman"/>
              </a:rPr>
              <a:t> </a:t>
            </a:r>
            <a:r>
              <a:rPr sz="2800" dirty="0">
                <a:latin typeface="Times New Roman"/>
                <a:cs typeface="Times New Roman"/>
              </a:rPr>
              <a:t>between</a:t>
            </a:r>
            <a:r>
              <a:rPr sz="2800" spc="-65" dirty="0">
                <a:latin typeface="Times New Roman"/>
                <a:cs typeface="Times New Roman"/>
              </a:rPr>
              <a:t> </a:t>
            </a:r>
            <a:r>
              <a:rPr sz="2800" dirty="0">
                <a:latin typeface="Times New Roman"/>
                <a:cs typeface="Times New Roman"/>
              </a:rPr>
              <a:t>students</a:t>
            </a:r>
            <a:r>
              <a:rPr sz="2800" spc="-60" dirty="0">
                <a:latin typeface="Times New Roman"/>
                <a:cs typeface="Times New Roman"/>
              </a:rPr>
              <a:t> </a:t>
            </a:r>
            <a:r>
              <a:rPr sz="2800" dirty="0">
                <a:latin typeface="Times New Roman"/>
                <a:cs typeface="Times New Roman"/>
              </a:rPr>
              <a:t>and</a:t>
            </a:r>
            <a:r>
              <a:rPr sz="2800" spc="-60" dirty="0">
                <a:latin typeface="Times New Roman"/>
                <a:cs typeface="Times New Roman"/>
              </a:rPr>
              <a:t> </a:t>
            </a:r>
            <a:r>
              <a:rPr sz="2800" spc="-10" dirty="0">
                <a:latin typeface="Times New Roman"/>
                <a:cs typeface="Times New Roman"/>
              </a:rPr>
              <a:t>admin</a:t>
            </a:r>
            <a:endParaRPr sz="2800">
              <a:latin typeface="Times New Roman"/>
              <a:cs typeface="Times New Roman"/>
            </a:endParaRPr>
          </a:p>
        </p:txBody>
      </p:sp>
      <p:sp>
        <p:nvSpPr>
          <p:cNvPr id="27" name="object 27"/>
          <p:cNvSpPr txBox="1"/>
          <p:nvPr/>
        </p:nvSpPr>
        <p:spPr>
          <a:xfrm>
            <a:off x="2745739" y="6771005"/>
            <a:ext cx="604329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Tracks</a:t>
            </a:r>
            <a:r>
              <a:rPr sz="2800" spc="-70" dirty="0">
                <a:latin typeface="Times New Roman"/>
                <a:cs typeface="Times New Roman"/>
              </a:rPr>
              <a:t> </a:t>
            </a:r>
            <a:r>
              <a:rPr sz="2800" dirty="0">
                <a:latin typeface="Times New Roman"/>
                <a:cs typeface="Times New Roman"/>
              </a:rPr>
              <a:t>registrations</a:t>
            </a:r>
            <a:r>
              <a:rPr sz="2800" spc="-70" dirty="0">
                <a:latin typeface="Times New Roman"/>
                <a:cs typeface="Times New Roman"/>
              </a:rPr>
              <a:t> </a:t>
            </a:r>
            <a:r>
              <a:rPr sz="2800" dirty="0">
                <a:latin typeface="Times New Roman"/>
                <a:cs typeface="Times New Roman"/>
              </a:rPr>
              <a:t>and</a:t>
            </a:r>
            <a:r>
              <a:rPr sz="2800" spc="-65" dirty="0">
                <a:latin typeface="Times New Roman"/>
                <a:cs typeface="Times New Roman"/>
              </a:rPr>
              <a:t> </a:t>
            </a:r>
            <a:r>
              <a:rPr sz="2800" dirty="0">
                <a:latin typeface="Times New Roman"/>
                <a:cs typeface="Times New Roman"/>
              </a:rPr>
              <a:t>available</a:t>
            </a:r>
            <a:r>
              <a:rPr sz="2800" spc="-70" dirty="0">
                <a:latin typeface="Times New Roman"/>
                <a:cs typeface="Times New Roman"/>
              </a:rPr>
              <a:t> </a:t>
            </a:r>
            <a:r>
              <a:rPr sz="2800" spc="-10" dirty="0">
                <a:latin typeface="Times New Roman"/>
                <a:cs typeface="Times New Roman"/>
              </a:rPr>
              <a:t>seats</a:t>
            </a:r>
            <a:endParaRPr sz="2800">
              <a:latin typeface="Times New Roman"/>
              <a:cs typeface="Times New Roman"/>
            </a:endParaRPr>
          </a:p>
        </p:txBody>
      </p:sp>
      <p:sp>
        <p:nvSpPr>
          <p:cNvPr id="28" name="object 28"/>
          <p:cNvSpPr txBox="1"/>
          <p:nvPr/>
        </p:nvSpPr>
        <p:spPr>
          <a:xfrm>
            <a:off x="2745739" y="7624444"/>
            <a:ext cx="6475095" cy="451484"/>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Ensures</a:t>
            </a:r>
            <a:r>
              <a:rPr sz="2800" spc="-65" dirty="0">
                <a:latin typeface="Times New Roman"/>
                <a:cs typeface="Times New Roman"/>
              </a:rPr>
              <a:t> </a:t>
            </a:r>
            <a:r>
              <a:rPr sz="2800" dirty="0">
                <a:latin typeface="Times New Roman"/>
                <a:cs typeface="Times New Roman"/>
              </a:rPr>
              <a:t>better</a:t>
            </a:r>
            <a:r>
              <a:rPr sz="2800" spc="-65" dirty="0">
                <a:latin typeface="Times New Roman"/>
                <a:cs typeface="Times New Roman"/>
              </a:rPr>
              <a:t> </a:t>
            </a:r>
            <a:r>
              <a:rPr sz="2800" dirty="0">
                <a:latin typeface="Times New Roman"/>
                <a:cs typeface="Times New Roman"/>
              </a:rPr>
              <a:t>organization</a:t>
            </a:r>
            <a:r>
              <a:rPr sz="2800" spc="-65" dirty="0">
                <a:latin typeface="Times New Roman"/>
                <a:cs typeface="Times New Roman"/>
              </a:rPr>
              <a:t> </a:t>
            </a:r>
            <a:r>
              <a:rPr sz="2800" dirty="0">
                <a:latin typeface="Times New Roman"/>
                <a:cs typeface="Times New Roman"/>
              </a:rPr>
              <a:t>and</a:t>
            </a:r>
            <a:r>
              <a:rPr sz="2800" spc="-65" dirty="0">
                <a:latin typeface="Times New Roman"/>
                <a:cs typeface="Times New Roman"/>
              </a:rPr>
              <a:t> </a:t>
            </a:r>
            <a:r>
              <a:rPr sz="2800" spc="-10" dirty="0">
                <a:latin typeface="Times New Roman"/>
                <a:cs typeface="Times New Roman"/>
              </a:rPr>
              <a:t>efficiency</a:t>
            </a:r>
            <a:endParaRPr sz="28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09358" y="4655769"/>
            <a:ext cx="992505" cy="992505"/>
          </a:xfrm>
          <a:custGeom>
            <a:avLst/>
            <a:gdLst/>
            <a:ahLst/>
            <a:cxnLst/>
            <a:rect l="l" t="t" r="r" b="b"/>
            <a:pathLst>
              <a:path w="992505" h="992504">
                <a:moveTo>
                  <a:pt x="496227" y="992454"/>
                </a:moveTo>
                <a:lnTo>
                  <a:pt x="448437" y="990182"/>
                </a:lnTo>
                <a:lnTo>
                  <a:pt x="401933" y="983506"/>
                </a:lnTo>
                <a:lnTo>
                  <a:pt x="356922" y="972634"/>
                </a:lnTo>
                <a:lnTo>
                  <a:pt x="313612" y="957773"/>
                </a:lnTo>
                <a:lnTo>
                  <a:pt x="272211" y="939131"/>
                </a:lnTo>
                <a:lnTo>
                  <a:pt x="232927" y="916917"/>
                </a:lnTo>
                <a:lnTo>
                  <a:pt x="195968" y="891338"/>
                </a:lnTo>
                <a:lnTo>
                  <a:pt x="161541" y="862602"/>
                </a:lnTo>
                <a:lnTo>
                  <a:pt x="129856" y="830917"/>
                </a:lnTo>
                <a:lnTo>
                  <a:pt x="101119" y="796491"/>
                </a:lnTo>
                <a:lnTo>
                  <a:pt x="75539" y="759532"/>
                </a:lnTo>
                <a:lnTo>
                  <a:pt x="53324" y="720248"/>
                </a:lnTo>
                <a:lnTo>
                  <a:pt x="34682" y="678846"/>
                </a:lnTo>
                <a:lnTo>
                  <a:pt x="19820" y="635535"/>
                </a:lnTo>
                <a:lnTo>
                  <a:pt x="8947" y="590523"/>
                </a:lnTo>
                <a:lnTo>
                  <a:pt x="2271" y="544018"/>
                </a:lnTo>
                <a:lnTo>
                  <a:pt x="0" y="496227"/>
                </a:lnTo>
                <a:lnTo>
                  <a:pt x="2271" y="448435"/>
                </a:lnTo>
                <a:lnTo>
                  <a:pt x="8947" y="401930"/>
                </a:lnTo>
                <a:lnTo>
                  <a:pt x="19820" y="356918"/>
                </a:lnTo>
                <a:lnTo>
                  <a:pt x="34682" y="313607"/>
                </a:lnTo>
                <a:lnTo>
                  <a:pt x="53324" y="272206"/>
                </a:lnTo>
                <a:lnTo>
                  <a:pt x="75539" y="232921"/>
                </a:lnTo>
                <a:lnTo>
                  <a:pt x="101119" y="195962"/>
                </a:lnTo>
                <a:lnTo>
                  <a:pt x="129856" y="161536"/>
                </a:lnTo>
                <a:lnTo>
                  <a:pt x="161541" y="129851"/>
                </a:lnTo>
                <a:lnTo>
                  <a:pt x="195968" y="101115"/>
                </a:lnTo>
                <a:lnTo>
                  <a:pt x="232927" y="75536"/>
                </a:lnTo>
                <a:lnTo>
                  <a:pt x="272211" y="53322"/>
                </a:lnTo>
                <a:lnTo>
                  <a:pt x="313612" y="34680"/>
                </a:lnTo>
                <a:lnTo>
                  <a:pt x="356922" y="19819"/>
                </a:lnTo>
                <a:lnTo>
                  <a:pt x="401933" y="8947"/>
                </a:lnTo>
                <a:lnTo>
                  <a:pt x="448437" y="2271"/>
                </a:lnTo>
                <a:lnTo>
                  <a:pt x="496227" y="0"/>
                </a:lnTo>
                <a:lnTo>
                  <a:pt x="544018" y="2271"/>
                </a:lnTo>
                <a:lnTo>
                  <a:pt x="590524" y="8947"/>
                </a:lnTo>
                <a:lnTo>
                  <a:pt x="635537" y="19819"/>
                </a:lnTo>
                <a:lnTo>
                  <a:pt x="678848" y="34680"/>
                </a:lnTo>
                <a:lnTo>
                  <a:pt x="720250" y="53322"/>
                </a:lnTo>
                <a:lnTo>
                  <a:pt x="759535" y="75536"/>
                </a:lnTo>
                <a:lnTo>
                  <a:pt x="796496" y="101115"/>
                </a:lnTo>
                <a:lnTo>
                  <a:pt x="830923" y="129851"/>
                </a:lnTo>
                <a:lnTo>
                  <a:pt x="862609" y="161536"/>
                </a:lnTo>
                <a:lnTo>
                  <a:pt x="891346" y="195962"/>
                </a:lnTo>
                <a:lnTo>
                  <a:pt x="916926" y="232921"/>
                </a:lnTo>
                <a:lnTo>
                  <a:pt x="939141" y="272206"/>
                </a:lnTo>
                <a:lnTo>
                  <a:pt x="957784" y="313607"/>
                </a:lnTo>
                <a:lnTo>
                  <a:pt x="972645" y="356918"/>
                </a:lnTo>
                <a:lnTo>
                  <a:pt x="983518" y="401930"/>
                </a:lnTo>
                <a:lnTo>
                  <a:pt x="990195" y="448435"/>
                </a:lnTo>
                <a:lnTo>
                  <a:pt x="992466" y="496227"/>
                </a:lnTo>
                <a:lnTo>
                  <a:pt x="990195" y="544018"/>
                </a:lnTo>
                <a:lnTo>
                  <a:pt x="983518" y="590523"/>
                </a:lnTo>
                <a:lnTo>
                  <a:pt x="972645" y="635535"/>
                </a:lnTo>
                <a:lnTo>
                  <a:pt x="957784" y="678846"/>
                </a:lnTo>
                <a:lnTo>
                  <a:pt x="939141" y="720248"/>
                </a:lnTo>
                <a:lnTo>
                  <a:pt x="916926" y="759532"/>
                </a:lnTo>
                <a:lnTo>
                  <a:pt x="891346" y="796491"/>
                </a:lnTo>
                <a:lnTo>
                  <a:pt x="862609" y="830917"/>
                </a:lnTo>
                <a:lnTo>
                  <a:pt x="830923" y="862602"/>
                </a:lnTo>
                <a:lnTo>
                  <a:pt x="796496" y="891338"/>
                </a:lnTo>
                <a:lnTo>
                  <a:pt x="759535" y="916917"/>
                </a:lnTo>
                <a:lnTo>
                  <a:pt x="720250" y="939131"/>
                </a:lnTo>
                <a:lnTo>
                  <a:pt x="678848" y="957773"/>
                </a:lnTo>
                <a:lnTo>
                  <a:pt x="635537" y="972634"/>
                </a:lnTo>
                <a:lnTo>
                  <a:pt x="590524" y="983506"/>
                </a:lnTo>
                <a:lnTo>
                  <a:pt x="544018" y="990182"/>
                </a:lnTo>
                <a:lnTo>
                  <a:pt x="496227" y="992454"/>
                </a:lnTo>
                <a:close/>
              </a:path>
            </a:pathLst>
          </a:custGeom>
          <a:solidFill>
            <a:srgbClr val="FC611F"/>
          </a:solidFill>
        </p:spPr>
        <p:txBody>
          <a:bodyPr wrap="square" lIns="0" tIns="0" rIns="0" bIns="0" rtlCol="0"/>
          <a:lstStyle/>
          <a:p>
            <a:endParaRPr/>
          </a:p>
        </p:txBody>
      </p:sp>
      <p:sp>
        <p:nvSpPr>
          <p:cNvPr id="3" name="object 3"/>
          <p:cNvSpPr txBox="1"/>
          <p:nvPr/>
        </p:nvSpPr>
        <p:spPr>
          <a:xfrm>
            <a:off x="1087513" y="4906988"/>
            <a:ext cx="235585" cy="436880"/>
          </a:xfrm>
          <a:prstGeom prst="rect">
            <a:avLst/>
          </a:prstGeom>
        </p:spPr>
        <p:txBody>
          <a:bodyPr vert="horz" wrap="square" lIns="0" tIns="12700" rIns="0" bIns="0" rtlCol="0">
            <a:spAutoFit/>
          </a:bodyPr>
          <a:lstStyle/>
          <a:p>
            <a:pPr marL="12700">
              <a:lnSpc>
                <a:spcPct val="100000"/>
              </a:lnSpc>
              <a:spcBef>
                <a:spcPts val="100"/>
              </a:spcBef>
            </a:pPr>
            <a:r>
              <a:rPr sz="2700" spc="125" dirty="0">
                <a:solidFill>
                  <a:srgbClr val="FFFDFD"/>
                </a:solidFill>
                <a:latin typeface="Tahoma"/>
                <a:cs typeface="Tahoma"/>
              </a:rPr>
              <a:t>5</a:t>
            </a:r>
            <a:endParaRPr sz="2700">
              <a:latin typeface="Tahoma"/>
              <a:cs typeface="Tahoma"/>
            </a:endParaRPr>
          </a:p>
        </p:txBody>
      </p:sp>
      <p:pic>
        <p:nvPicPr>
          <p:cNvPr id="4" name="object 4"/>
          <p:cNvPicPr/>
          <p:nvPr/>
        </p:nvPicPr>
        <p:blipFill>
          <a:blip r:embed="rId2" cstate="print"/>
          <a:stretch>
            <a:fillRect/>
          </a:stretch>
        </p:blipFill>
        <p:spPr>
          <a:xfrm>
            <a:off x="946835" y="3315741"/>
            <a:ext cx="517512" cy="552450"/>
          </a:xfrm>
          <a:prstGeom prst="rect">
            <a:avLst/>
          </a:prstGeom>
        </p:spPr>
      </p:pic>
      <p:pic>
        <p:nvPicPr>
          <p:cNvPr id="5" name="object 5"/>
          <p:cNvPicPr/>
          <p:nvPr/>
        </p:nvPicPr>
        <p:blipFill>
          <a:blip r:embed="rId2" cstate="print"/>
          <a:stretch>
            <a:fillRect/>
          </a:stretch>
        </p:blipFill>
        <p:spPr>
          <a:xfrm>
            <a:off x="946835" y="1982342"/>
            <a:ext cx="517512" cy="552450"/>
          </a:xfrm>
          <a:prstGeom prst="rect">
            <a:avLst/>
          </a:prstGeom>
        </p:spPr>
      </p:pic>
      <p:pic>
        <p:nvPicPr>
          <p:cNvPr id="6" name="object 6"/>
          <p:cNvPicPr/>
          <p:nvPr/>
        </p:nvPicPr>
        <p:blipFill>
          <a:blip r:embed="rId3" cstate="print"/>
          <a:stretch>
            <a:fillRect/>
          </a:stretch>
        </p:blipFill>
        <p:spPr>
          <a:xfrm>
            <a:off x="946835" y="3983367"/>
            <a:ext cx="517512" cy="552450"/>
          </a:xfrm>
          <a:prstGeom prst="rect">
            <a:avLst/>
          </a:prstGeom>
        </p:spPr>
      </p:pic>
      <p:pic>
        <p:nvPicPr>
          <p:cNvPr id="7" name="object 7"/>
          <p:cNvPicPr/>
          <p:nvPr/>
        </p:nvPicPr>
        <p:blipFill>
          <a:blip r:embed="rId4" cstate="print"/>
          <a:stretch>
            <a:fillRect/>
          </a:stretch>
        </p:blipFill>
        <p:spPr>
          <a:xfrm>
            <a:off x="946835" y="2648115"/>
            <a:ext cx="517512" cy="552450"/>
          </a:xfrm>
          <a:prstGeom prst="rect">
            <a:avLst/>
          </a:prstGeom>
        </p:spPr>
      </p:pic>
      <p:sp>
        <p:nvSpPr>
          <p:cNvPr id="8" name="object 8"/>
          <p:cNvSpPr txBox="1"/>
          <p:nvPr/>
        </p:nvSpPr>
        <p:spPr>
          <a:xfrm>
            <a:off x="1120432" y="2112301"/>
            <a:ext cx="170815" cy="2286635"/>
          </a:xfrm>
          <a:prstGeom prst="rect">
            <a:avLst/>
          </a:prstGeom>
        </p:spPr>
        <p:txBody>
          <a:bodyPr vert="horz" wrap="square" lIns="0" tIns="13335" rIns="0" bIns="0" rtlCol="0">
            <a:spAutoFit/>
          </a:bodyPr>
          <a:lstStyle/>
          <a:p>
            <a:pPr marL="46355">
              <a:lnSpc>
                <a:spcPct val="100000"/>
              </a:lnSpc>
              <a:spcBef>
                <a:spcPts val="105"/>
              </a:spcBef>
            </a:pPr>
            <a:r>
              <a:rPr sz="1700" spc="-375" dirty="0">
                <a:solidFill>
                  <a:srgbClr val="181818"/>
                </a:solidFill>
                <a:latin typeface="Tahoma"/>
                <a:cs typeface="Tahoma"/>
              </a:rPr>
              <a:t>1</a:t>
            </a:r>
            <a:endParaRPr sz="1700">
              <a:latin typeface="Tahoma"/>
              <a:cs typeface="Tahoma"/>
            </a:endParaRPr>
          </a:p>
          <a:p>
            <a:pPr>
              <a:lnSpc>
                <a:spcPct val="100000"/>
              </a:lnSpc>
              <a:spcBef>
                <a:spcPts val="1150"/>
              </a:spcBef>
            </a:pPr>
            <a:endParaRPr sz="1700">
              <a:latin typeface="Tahoma"/>
              <a:cs typeface="Tahoma"/>
            </a:endParaRPr>
          </a:p>
          <a:p>
            <a:pPr marL="19685">
              <a:lnSpc>
                <a:spcPct val="100000"/>
              </a:lnSpc>
            </a:pPr>
            <a:r>
              <a:rPr sz="1700" spc="40" dirty="0">
                <a:solidFill>
                  <a:srgbClr val="181818"/>
                </a:solidFill>
                <a:latin typeface="Tahoma"/>
                <a:cs typeface="Tahoma"/>
              </a:rPr>
              <a:t>2</a:t>
            </a:r>
            <a:endParaRPr sz="1700">
              <a:latin typeface="Tahoma"/>
              <a:cs typeface="Tahoma"/>
            </a:endParaRPr>
          </a:p>
          <a:p>
            <a:pPr>
              <a:lnSpc>
                <a:spcPct val="100000"/>
              </a:lnSpc>
              <a:spcBef>
                <a:spcPts val="1165"/>
              </a:spcBef>
            </a:pPr>
            <a:endParaRPr sz="1700">
              <a:latin typeface="Tahoma"/>
              <a:cs typeface="Tahoma"/>
            </a:endParaRPr>
          </a:p>
          <a:p>
            <a:pPr marL="19050">
              <a:lnSpc>
                <a:spcPct val="100000"/>
              </a:lnSpc>
            </a:pPr>
            <a:r>
              <a:rPr sz="1700" spc="60" dirty="0">
                <a:solidFill>
                  <a:srgbClr val="181818"/>
                </a:solidFill>
                <a:latin typeface="Tahoma"/>
                <a:cs typeface="Tahoma"/>
              </a:rPr>
              <a:t>3</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160" dirty="0">
                <a:solidFill>
                  <a:srgbClr val="181818"/>
                </a:solidFill>
                <a:latin typeface="Tahoma"/>
                <a:cs typeface="Tahoma"/>
              </a:rPr>
              <a:t>4</a:t>
            </a:r>
            <a:endParaRPr sz="1700">
              <a:latin typeface="Tahoma"/>
              <a:cs typeface="Tahoma"/>
            </a:endParaRPr>
          </a:p>
        </p:txBody>
      </p:sp>
      <p:pic>
        <p:nvPicPr>
          <p:cNvPr id="9" name="object 9"/>
          <p:cNvPicPr/>
          <p:nvPr/>
        </p:nvPicPr>
        <p:blipFill>
          <a:blip r:embed="rId5" cstate="print"/>
          <a:stretch>
            <a:fillRect/>
          </a:stretch>
        </p:blipFill>
        <p:spPr>
          <a:xfrm>
            <a:off x="946835" y="6425590"/>
            <a:ext cx="517512" cy="552450"/>
          </a:xfrm>
          <a:prstGeom prst="rect">
            <a:avLst/>
          </a:prstGeom>
        </p:spPr>
      </p:pic>
      <p:sp>
        <p:nvSpPr>
          <p:cNvPr id="10" name="object 10"/>
          <p:cNvSpPr txBox="1"/>
          <p:nvPr/>
        </p:nvSpPr>
        <p:spPr>
          <a:xfrm>
            <a:off x="1128052" y="6555537"/>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pic>
        <p:nvPicPr>
          <p:cNvPr id="11" name="object 11"/>
          <p:cNvPicPr/>
          <p:nvPr/>
        </p:nvPicPr>
        <p:blipFill>
          <a:blip r:embed="rId3" cstate="print"/>
          <a:stretch>
            <a:fillRect/>
          </a:stretch>
        </p:blipFill>
        <p:spPr>
          <a:xfrm>
            <a:off x="946835" y="5759818"/>
            <a:ext cx="517512" cy="552450"/>
          </a:xfrm>
          <a:prstGeom prst="rect">
            <a:avLst/>
          </a:prstGeom>
        </p:spPr>
      </p:pic>
      <p:sp>
        <p:nvSpPr>
          <p:cNvPr id="12" name="object 12"/>
          <p:cNvSpPr txBox="1"/>
          <p:nvPr/>
        </p:nvSpPr>
        <p:spPr>
          <a:xfrm>
            <a:off x="1122972" y="5889777"/>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pic>
        <p:nvPicPr>
          <p:cNvPr id="13" name="object 13"/>
          <p:cNvPicPr/>
          <p:nvPr/>
        </p:nvPicPr>
        <p:blipFill>
          <a:blip r:embed="rId4" cstate="print"/>
          <a:stretch>
            <a:fillRect/>
          </a:stretch>
        </p:blipFill>
        <p:spPr>
          <a:xfrm>
            <a:off x="946835" y="7083691"/>
            <a:ext cx="517512" cy="552450"/>
          </a:xfrm>
          <a:prstGeom prst="rect">
            <a:avLst/>
          </a:prstGeom>
        </p:spPr>
      </p:pic>
      <p:sp>
        <p:nvSpPr>
          <p:cNvPr id="14" name="object 14"/>
          <p:cNvSpPr txBox="1"/>
          <p:nvPr/>
        </p:nvSpPr>
        <p:spPr>
          <a:xfrm>
            <a:off x="1124877" y="7213637"/>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pic>
        <p:nvPicPr>
          <p:cNvPr id="15" name="object 15"/>
          <p:cNvPicPr/>
          <p:nvPr/>
        </p:nvPicPr>
        <p:blipFill>
          <a:blip r:embed="rId3" cstate="print"/>
          <a:stretch>
            <a:fillRect/>
          </a:stretch>
        </p:blipFill>
        <p:spPr>
          <a:xfrm>
            <a:off x="946835" y="7751318"/>
            <a:ext cx="517512" cy="552450"/>
          </a:xfrm>
          <a:prstGeom prst="rect">
            <a:avLst/>
          </a:prstGeom>
        </p:spPr>
      </p:pic>
      <p:sp>
        <p:nvSpPr>
          <p:cNvPr id="16" name="object 16"/>
          <p:cNvSpPr txBox="1"/>
          <p:nvPr/>
        </p:nvSpPr>
        <p:spPr>
          <a:xfrm>
            <a:off x="1122972" y="7881277"/>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grpSp>
        <p:nvGrpSpPr>
          <p:cNvPr id="17" name="object 17"/>
          <p:cNvGrpSpPr/>
          <p:nvPr/>
        </p:nvGrpSpPr>
        <p:grpSpPr>
          <a:xfrm>
            <a:off x="13264184" y="0"/>
            <a:ext cx="5024120" cy="1612900"/>
            <a:chOff x="13264184" y="0"/>
            <a:chExt cx="5024120" cy="1612900"/>
          </a:xfrm>
        </p:grpSpPr>
        <p:sp>
          <p:nvSpPr>
            <p:cNvPr id="18" name="object 18"/>
            <p:cNvSpPr/>
            <p:nvPr/>
          </p:nvSpPr>
          <p:spPr>
            <a:xfrm>
              <a:off x="13264184" y="0"/>
              <a:ext cx="5024120" cy="1612900"/>
            </a:xfrm>
            <a:custGeom>
              <a:avLst/>
              <a:gdLst/>
              <a:ahLst/>
              <a:cxnLst/>
              <a:rect l="l" t="t" r="r" b="b"/>
              <a:pathLst>
                <a:path w="5024119" h="1612900">
                  <a:moveTo>
                    <a:pt x="5013439" y="1524000"/>
                  </a:moveTo>
                  <a:lnTo>
                    <a:pt x="2976791" y="1524000"/>
                  </a:lnTo>
                  <a:lnTo>
                    <a:pt x="2941396" y="1511300"/>
                  </a:lnTo>
                  <a:lnTo>
                    <a:pt x="2906077" y="1511300"/>
                  </a:lnTo>
                  <a:lnTo>
                    <a:pt x="2835681" y="1485900"/>
                  </a:lnTo>
                  <a:lnTo>
                    <a:pt x="2800591" y="1485900"/>
                  </a:lnTo>
                  <a:lnTo>
                    <a:pt x="2765577" y="1473200"/>
                  </a:lnTo>
                  <a:lnTo>
                    <a:pt x="2730639" y="1473200"/>
                  </a:lnTo>
                  <a:lnTo>
                    <a:pt x="2661018" y="1447800"/>
                  </a:lnTo>
                  <a:lnTo>
                    <a:pt x="2626334" y="1447800"/>
                  </a:lnTo>
                  <a:lnTo>
                    <a:pt x="2557195" y="1422400"/>
                  </a:lnTo>
                  <a:lnTo>
                    <a:pt x="2522753" y="1422400"/>
                  </a:lnTo>
                  <a:lnTo>
                    <a:pt x="2454109" y="1397000"/>
                  </a:lnTo>
                  <a:lnTo>
                    <a:pt x="2419921" y="1397000"/>
                  </a:lnTo>
                  <a:lnTo>
                    <a:pt x="2250274" y="1333500"/>
                  </a:lnTo>
                  <a:lnTo>
                    <a:pt x="2216607" y="1333500"/>
                  </a:lnTo>
                  <a:lnTo>
                    <a:pt x="2183041" y="1320800"/>
                  </a:lnTo>
                  <a:lnTo>
                    <a:pt x="1595043" y="1092200"/>
                  </a:lnTo>
                  <a:lnTo>
                    <a:pt x="1563319" y="1066800"/>
                  </a:lnTo>
                  <a:lnTo>
                    <a:pt x="1437513" y="1016000"/>
                  </a:lnTo>
                  <a:lnTo>
                    <a:pt x="1406334" y="990600"/>
                  </a:lnTo>
                  <a:lnTo>
                    <a:pt x="1313434" y="952500"/>
                  </a:lnTo>
                  <a:lnTo>
                    <a:pt x="1282687" y="927100"/>
                  </a:lnTo>
                  <a:lnTo>
                    <a:pt x="1221524" y="901700"/>
                  </a:lnTo>
                  <a:lnTo>
                    <a:pt x="1191120" y="876300"/>
                  </a:lnTo>
                  <a:lnTo>
                    <a:pt x="1130642" y="850900"/>
                  </a:lnTo>
                  <a:lnTo>
                    <a:pt x="1100569" y="825500"/>
                  </a:lnTo>
                  <a:lnTo>
                    <a:pt x="1040777" y="800100"/>
                  </a:lnTo>
                  <a:lnTo>
                    <a:pt x="1011059" y="774700"/>
                  </a:lnTo>
                  <a:lnTo>
                    <a:pt x="981455" y="762000"/>
                  </a:lnTo>
                  <a:lnTo>
                    <a:pt x="951979" y="736600"/>
                  </a:lnTo>
                  <a:lnTo>
                    <a:pt x="922616" y="723900"/>
                  </a:lnTo>
                  <a:lnTo>
                    <a:pt x="893368" y="698500"/>
                  </a:lnTo>
                  <a:lnTo>
                    <a:pt x="864247" y="685800"/>
                  </a:lnTo>
                  <a:lnTo>
                    <a:pt x="835240" y="660400"/>
                  </a:lnTo>
                  <a:lnTo>
                    <a:pt x="806361" y="647700"/>
                  </a:lnTo>
                  <a:lnTo>
                    <a:pt x="777595" y="622300"/>
                  </a:lnTo>
                  <a:lnTo>
                    <a:pt x="748957" y="609600"/>
                  </a:lnTo>
                  <a:lnTo>
                    <a:pt x="720445" y="584200"/>
                  </a:lnTo>
                  <a:lnTo>
                    <a:pt x="692061" y="571500"/>
                  </a:lnTo>
                  <a:lnTo>
                    <a:pt x="663803" y="546100"/>
                  </a:lnTo>
                  <a:lnTo>
                    <a:pt x="635660" y="533400"/>
                  </a:lnTo>
                  <a:lnTo>
                    <a:pt x="579767" y="482600"/>
                  </a:lnTo>
                  <a:lnTo>
                    <a:pt x="552018" y="469900"/>
                  </a:lnTo>
                  <a:lnTo>
                    <a:pt x="496900" y="419100"/>
                  </a:lnTo>
                  <a:lnTo>
                    <a:pt x="469531" y="406400"/>
                  </a:lnTo>
                  <a:lnTo>
                    <a:pt x="415188" y="355600"/>
                  </a:lnTo>
                  <a:lnTo>
                    <a:pt x="388226" y="342900"/>
                  </a:lnTo>
                  <a:lnTo>
                    <a:pt x="308114" y="266700"/>
                  </a:lnTo>
                  <a:lnTo>
                    <a:pt x="281673" y="254000"/>
                  </a:lnTo>
                  <a:lnTo>
                    <a:pt x="203187" y="177800"/>
                  </a:lnTo>
                  <a:lnTo>
                    <a:pt x="177292" y="165100"/>
                  </a:lnTo>
                  <a:lnTo>
                    <a:pt x="125933" y="114300"/>
                  </a:lnTo>
                  <a:lnTo>
                    <a:pt x="49949" y="38100"/>
                  </a:lnTo>
                  <a:lnTo>
                    <a:pt x="24904" y="25400"/>
                  </a:lnTo>
                  <a:lnTo>
                    <a:pt x="0" y="0"/>
                  </a:lnTo>
                  <a:lnTo>
                    <a:pt x="784313" y="0"/>
                  </a:lnTo>
                  <a:lnTo>
                    <a:pt x="810463" y="12700"/>
                  </a:lnTo>
                  <a:lnTo>
                    <a:pt x="809244" y="12700"/>
                  </a:lnTo>
                  <a:lnTo>
                    <a:pt x="835507" y="38100"/>
                  </a:lnTo>
                  <a:lnTo>
                    <a:pt x="834288" y="38100"/>
                  </a:lnTo>
                  <a:lnTo>
                    <a:pt x="860678" y="50800"/>
                  </a:lnTo>
                  <a:lnTo>
                    <a:pt x="859447" y="50800"/>
                  </a:lnTo>
                  <a:lnTo>
                    <a:pt x="885964" y="76200"/>
                  </a:lnTo>
                  <a:lnTo>
                    <a:pt x="884720" y="76200"/>
                  </a:lnTo>
                  <a:lnTo>
                    <a:pt x="911364" y="88900"/>
                  </a:lnTo>
                  <a:lnTo>
                    <a:pt x="910120" y="88900"/>
                  </a:lnTo>
                  <a:lnTo>
                    <a:pt x="936878" y="114300"/>
                  </a:lnTo>
                  <a:lnTo>
                    <a:pt x="935634" y="114300"/>
                  </a:lnTo>
                  <a:lnTo>
                    <a:pt x="962520" y="127000"/>
                  </a:lnTo>
                  <a:lnTo>
                    <a:pt x="961263" y="127000"/>
                  </a:lnTo>
                  <a:lnTo>
                    <a:pt x="988263" y="152400"/>
                  </a:lnTo>
                  <a:lnTo>
                    <a:pt x="1000556" y="152400"/>
                  </a:lnTo>
                  <a:lnTo>
                    <a:pt x="1014120" y="165100"/>
                  </a:lnTo>
                  <a:lnTo>
                    <a:pt x="1012850" y="165100"/>
                  </a:lnTo>
                  <a:lnTo>
                    <a:pt x="1040091" y="177800"/>
                  </a:lnTo>
                  <a:lnTo>
                    <a:pt x="1038821" y="177800"/>
                  </a:lnTo>
                  <a:lnTo>
                    <a:pt x="1066177" y="203200"/>
                  </a:lnTo>
                  <a:lnTo>
                    <a:pt x="1064894" y="203200"/>
                  </a:lnTo>
                  <a:lnTo>
                    <a:pt x="1092377" y="215900"/>
                  </a:lnTo>
                  <a:lnTo>
                    <a:pt x="1091082" y="215900"/>
                  </a:lnTo>
                  <a:lnTo>
                    <a:pt x="1118679" y="241300"/>
                  </a:lnTo>
                  <a:lnTo>
                    <a:pt x="1131239" y="241300"/>
                  </a:lnTo>
                  <a:lnTo>
                    <a:pt x="1145095" y="254000"/>
                  </a:lnTo>
                  <a:lnTo>
                    <a:pt x="1143800" y="254000"/>
                  </a:lnTo>
                  <a:lnTo>
                    <a:pt x="1171625" y="266700"/>
                  </a:lnTo>
                  <a:lnTo>
                    <a:pt x="1170317" y="266700"/>
                  </a:lnTo>
                  <a:lnTo>
                    <a:pt x="1198257" y="292100"/>
                  </a:lnTo>
                  <a:lnTo>
                    <a:pt x="1196949" y="292100"/>
                  </a:lnTo>
                  <a:lnTo>
                    <a:pt x="1225003" y="304800"/>
                  </a:lnTo>
                  <a:lnTo>
                    <a:pt x="1223683" y="304800"/>
                  </a:lnTo>
                  <a:lnTo>
                    <a:pt x="1251851" y="317500"/>
                  </a:lnTo>
                  <a:lnTo>
                    <a:pt x="1250530" y="317500"/>
                  </a:lnTo>
                  <a:lnTo>
                    <a:pt x="1278813" y="342900"/>
                  </a:lnTo>
                  <a:lnTo>
                    <a:pt x="1291685" y="342900"/>
                  </a:lnTo>
                  <a:lnTo>
                    <a:pt x="1305877" y="355600"/>
                  </a:lnTo>
                  <a:lnTo>
                    <a:pt x="1304544" y="355600"/>
                  </a:lnTo>
                  <a:lnTo>
                    <a:pt x="1333055" y="368300"/>
                  </a:lnTo>
                  <a:lnTo>
                    <a:pt x="1331709" y="368300"/>
                  </a:lnTo>
                  <a:lnTo>
                    <a:pt x="1360322" y="381000"/>
                  </a:lnTo>
                  <a:lnTo>
                    <a:pt x="1358988" y="381000"/>
                  </a:lnTo>
                  <a:lnTo>
                    <a:pt x="1387703" y="406400"/>
                  </a:lnTo>
                  <a:lnTo>
                    <a:pt x="1386357" y="406400"/>
                  </a:lnTo>
                  <a:lnTo>
                    <a:pt x="1415186" y="419100"/>
                  </a:lnTo>
                  <a:lnTo>
                    <a:pt x="1413840" y="419100"/>
                  </a:lnTo>
                  <a:lnTo>
                    <a:pt x="1442783" y="431800"/>
                  </a:lnTo>
                  <a:lnTo>
                    <a:pt x="1441424" y="431800"/>
                  </a:lnTo>
                  <a:lnTo>
                    <a:pt x="1470469" y="444500"/>
                  </a:lnTo>
                  <a:lnTo>
                    <a:pt x="1469097" y="444500"/>
                  </a:lnTo>
                  <a:lnTo>
                    <a:pt x="1498257" y="457200"/>
                  </a:lnTo>
                  <a:lnTo>
                    <a:pt x="1496885" y="457200"/>
                  </a:lnTo>
                  <a:lnTo>
                    <a:pt x="1526159" y="482600"/>
                  </a:lnTo>
                  <a:lnTo>
                    <a:pt x="1524774" y="482600"/>
                  </a:lnTo>
                  <a:lnTo>
                    <a:pt x="1554149" y="495300"/>
                  </a:lnTo>
                  <a:lnTo>
                    <a:pt x="1552765" y="495300"/>
                  </a:lnTo>
                  <a:lnTo>
                    <a:pt x="1582242" y="508000"/>
                  </a:lnTo>
                  <a:lnTo>
                    <a:pt x="1580857" y="508000"/>
                  </a:lnTo>
                  <a:lnTo>
                    <a:pt x="1610436" y="520700"/>
                  </a:lnTo>
                  <a:lnTo>
                    <a:pt x="1609039" y="520700"/>
                  </a:lnTo>
                  <a:lnTo>
                    <a:pt x="1638719" y="533400"/>
                  </a:lnTo>
                  <a:lnTo>
                    <a:pt x="1637322" y="533400"/>
                  </a:lnTo>
                  <a:lnTo>
                    <a:pt x="1667116" y="546100"/>
                  </a:lnTo>
                  <a:lnTo>
                    <a:pt x="1665706" y="546100"/>
                  </a:lnTo>
                  <a:lnTo>
                    <a:pt x="1695602" y="558800"/>
                  </a:lnTo>
                  <a:lnTo>
                    <a:pt x="1694192" y="558800"/>
                  </a:lnTo>
                  <a:lnTo>
                    <a:pt x="1724190" y="584200"/>
                  </a:lnTo>
                  <a:lnTo>
                    <a:pt x="1737817" y="584200"/>
                  </a:lnTo>
                  <a:lnTo>
                    <a:pt x="1752866" y="596900"/>
                  </a:lnTo>
                  <a:lnTo>
                    <a:pt x="1751444" y="596900"/>
                  </a:lnTo>
                  <a:lnTo>
                    <a:pt x="1781632" y="609600"/>
                  </a:lnTo>
                  <a:lnTo>
                    <a:pt x="1780222" y="609600"/>
                  </a:lnTo>
                  <a:lnTo>
                    <a:pt x="1810511" y="622300"/>
                  </a:lnTo>
                  <a:lnTo>
                    <a:pt x="1809076" y="622300"/>
                  </a:lnTo>
                  <a:lnTo>
                    <a:pt x="1839467" y="635000"/>
                  </a:lnTo>
                  <a:lnTo>
                    <a:pt x="1838045" y="635000"/>
                  </a:lnTo>
                  <a:lnTo>
                    <a:pt x="1868525" y="647700"/>
                  </a:lnTo>
                  <a:lnTo>
                    <a:pt x="1867090" y="647700"/>
                  </a:lnTo>
                  <a:lnTo>
                    <a:pt x="1897684" y="660400"/>
                  </a:lnTo>
                  <a:lnTo>
                    <a:pt x="1896236" y="660400"/>
                  </a:lnTo>
                  <a:lnTo>
                    <a:pt x="1926920" y="673100"/>
                  </a:lnTo>
                  <a:lnTo>
                    <a:pt x="1925472" y="673100"/>
                  </a:lnTo>
                  <a:lnTo>
                    <a:pt x="1956257" y="685800"/>
                  </a:lnTo>
                  <a:lnTo>
                    <a:pt x="1954809" y="685800"/>
                  </a:lnTo>
                  <a:lnTo>
                    <a:pt x="1985683" y="698500"/>
                  </a:lnTo>
                  <a:lnTo>
                    <a:pt x="1984222" y="698500"/>
                  </a:lnTo>
                  <a:lnTo>
                    <a:pt x="2015197" y="711200"/>
                  </a:lnTo>
                  <a:lnTo>
                    <a:pt x="2013737" y="711200"/>
                  </a:lnTo>
                  <a:lnTo>
                    <a:pt x="2044801" y="723900"/>
                  </a:lnTo>
                  <a:lnTo>
                    <a:pt x="2043341" y="723900"/>
                  </a:lnTo>
                  <a:lnTo>
                    <a:pt x="2074494" y="736600"/>
                  </a:lnTo>
                  <a:lnTo>
                    <a:pt x="2073021" y="736600"/>
                  </a:lnTo>
                  <a:lnTo>
                    <a:pt x="2104275" y="749300"/>
                  </a:lnTo>
                  <a:lnTo>
                    <a:pt x="2132672" y="749300"/>
                  </a:lnTo>
                  <a:lnTo>
                    <a:pt x="2164105" y="762000"/>
                  </a:lnTo>
                  <a:lnTo>
                    <a:pt x="2162619" y="762000"/>
                  </a:lnTo>
                  <a:lnTo>
                    <a:pt x="2194153" y="774700"/>
                  </a:lnTo>
                  <a:lnTo>
                    <a:pt x="2192667" y="774700"/>
                  </a:lnTo>
                  <a:lnTo>
                    <a:pt x="2224278" y="787400"/>
                  </a:lnTo>
                  <a:lnTo>
                    <a:pt x="2222792" y="787400"/>
                  </a:lnTo>
                  <a:lnTo>
                    <a:pt x="2254504" y="800100"/>
                  </a:lnTo>
                  <a:lnTo>
                    <a:pt x="2253005" y="800100"/>
                  </a:lnTo>
                  <a:lnTo>
                    <a:pt x="2284793" y="812800"/>
                  </a:lnTo>
                  <a:lnTo>
                    <a:pt x="2283294" y="812800"/>
                  </a:lnTo>
                  <a:lnTo>
                    <a:pt x="2315184" y="825500"/>
                  </a:lnTo>
                  <a:lnTo>
                    <a:pt x="2344140" y="825500"/>
                  </a:lnTo>
                  <a:lnTo>
                    <a:pt x="2376208" y="838200"/>
                  </a:lnTo>
                  <a:lnTo>
                    <a:pt x="2374684" y="838200"/>
                  </a:lnTo>
                  <a:lnTo>
                    <a:pt x="2406840" y="850900"/>
                  </a:lnTo>
                  <a:lnTo>
                    <a:pt x="2405316" y="850900"/>
                  </a:lnTo>
                  <a:lnTo>
                    <a:pt x="2437549" y="863600"/>
                  </a:lnTo>
                  <a:lnTo>
                    <a:pt x="2466822" y="863600"/>
                  </a:lnTo>
                  <a:lnTo>
                    <a:pt x="2499220" y="876300"/>
                  </a:lnTo>
                  <a:lnTo>
                    <a:pt x="2497696" y="876300"/>
                  </a:lnTo>
                  <a:lnTo>
                    <a:pt x="2530182" y="889000"/>
                  </a:lnTo>
                  <a:lnTo>
                    <a:pt x="2528646" y="889000"/>
                  </a:lnTo>
                  <a:lnTo>
                    <a:pt x="2561209" y="901700"/>
                  </a:lnTo>
                  <a:lnTo>
                    <a:pt x="2590787" y="901700"/>
                  </a:lnTo>
                  <a:lnTo>
                    <a:pt x="2623515" y="914400"/>
                  </a:lnTo>
                  <a:lnTo>
                    <a:pt x="2621965" y="914400"/>
                  </a:lnTo>
                  <a:lnTo>
                    <a:pt x="2654782" y="927100"/>
                  </a:lnTo>
                  <a:lnTo>
                    <a:pt x="2684576" y="927100"/>
                  </a:lnTo>
                  <a:lnTo>
                    <a:pt x="2717546" y="939800"/>
                  </a:lnTo>
                  <a:lnTo>
                    <a:pt x="2747492" y="939800"/>
                  </a:lnTo>
                  <a:lnTo>
                    <a:pt x="2780614" y="952500"/>
                  </a:lnTo>
                  <a:lnTo>
                    <a:pt x="2779052" y="952500"/>
                  </a:lnTo>
                  <a:lnTo>
                    <a:pt x="2812262" y="965200"/>
                  </a:lnTo>
                  <a:lnTo>
                    <a:pt x="2842412" y="965200"/>
                  </a:lnTo>
                  <a:lnTo>
                    <a:pt x="2875775" y="977900"/>
                  </a:lnTo>
                  <a:lnTo>
                    <a:pt x="2906064" y="977900"/>
                  </a:lnTo>
                  <a:lnTo>
                    <a:pt x="2939580" y="990600"/>
                  </a:lnTo>
                  <a:lnTo>
                    <a:pt x="2970009" y="990600"/>
                  </a:lnTo>
                  <a:lnTo>
                    <a:pt x="3003664" y="1003300"/>
                  </a:lnTo>
                  <a:lnTo>
                    <a:pt x="3034220" y="1003300"/>
                  </a:lnTo>
                  <a:lnTo>
                    <a:pt x="3068027" y="1016000"/>
                  </a:lnTo>
                  <a:lnTo>
                    <a:pt x="3098723" y="1016000"/>
                  </a:lnTo>
                  <a:lnTo>
                    <a:pt x="3132670" y="1028700"/>
                  </a:lnTo>
                  <a:lnTo>
                    <a:pt x="3195980" y="1028700"/>
                  </a:lnTo>
                  <a:lnTo>
                    <a:pt x="3230143" y="1041400"/>
                  </a:lnTo>
                  <a:lnTo>
                    <a:pt x="3261156" y="1041400"/>
                  </a:lnTo>
                  <a:lnTo>
                    <a:pt x="3295446" y="1054100"/>
                  </a:lnTo>
                  <a:lnTo>
                    <a:pt x="3359404" y="1054100"/>
                  </a:lnTo>
                  <a:lnTo>
                    <a:pt x="3393897" y="1066800"/>
                  </a:lnTo>
                  <a:lnTo>
                    <a:pt x="3491293" y="1066800"/>
                  </a:lnTo>
                  <a:lnTo>
                    <a:pt x="3526040" y="1079500"/>
                  </a:lnTo>
                  <a:lnTo>
                    <a:pt x="3657523" y="1079500"/>
                  </a:lnTo>
                  <a:lnTo>
                    <a:pt x="3692575" y="1092200"/>
                  </a:lnTo>
                  <a:lnTo>
                    <a:pt x="5023815" y="1092200"/>
                  </a:lnTo>
                  <a:lnTo>
                    <a:pt x="5023815" y="1511300"/>
                  </a:lnTo>
                  <a:lnTo>
                    <a:pt x="5013439" y="1524000"/>
                  </a:lnTo>
                  <a:close/>
                </a:path>
                <a:path w="5024119" h="1612900">
                  <a:moveTo>
                    <a:pt x="1000556" y="152400"/>
                  </a:moveTo>
                  <a:lnTo>
                    <a:pt x="988263" y="152400"/>
                  </a:lnTo>
                  <a:lnTo>
                    <a:pt x="986993" y="139700"/>
                  </a:lnTo>
                  <a:lnTo>
                    <a:pt x="1000556" y="152400"/>
                  </a:lnTo>
                  <a:close/>
                </a:path>
                <a:path w="5024119" h="1612900">
                  <a:moveTo>
                    <a:pt x="1131239" y="241300"/>
                  </a:moveTo>
                  <a:lnTo>
                    <a:pt x="1118679" y="241300"/>
                  </a:lnTo>
                  <a:lnTo>
                    <a:pt x="1117384" y="228600"/>
                  </a:lnTo>
                  <a:lnTo>
                    <a:pt x="1131239" y="241300"/>
                  </a:lnTo>
                  <a:close/>
                </a:path>
                <a:path w="5024119" h="1612900">
                  <a:moveTo>
                    <a:pt x="1291685" y="342900"/>
                  </a:moveTo>
                  <a:lnTo>
                    <a:pt x="1278813" y="342900"/>
                  </a:lnTo>
                  <a:lnTo>
                    <a:pt x="1277492" y="330200"/>
                  </a:lnTo>
                  <a:lnTo>
                    <a:pt x="1291685" y="342900"/>
                  </a:lnTo>
                  <a:close/>
                </a:path>
                <a:path w="5024119" h="1612900">
                  <a:moveTo>
                    <a:pt x="1737817" y="584200"/>
                  </a:moveTo>
                  <a:lnTo>
                    <a:pt x="1724190" y="584200"/>
                  </a:lnTo>
                  <a:lnTo>
                    <a:pt x="1722767" y="571500"/>
                  </a:lnTo>
                  <a:lnTo>
                    <a:pt x="1737817" y="584200"/>
                  </a:lnTo>
                  <a:close/>
                </a:path>
                <a:path w="5024119" h="1612900">
                  <a:moveTo>
                    <a:pt x="2134146" y="749300"/>
                  </a:moveTo>
                  <a:lnTo>
                    <a:pt x="2104275" y="749300"/>
                  </a:lnTo>
                  <a:lnTo>
                    <a:pt x="2102802" y="736600"/>
                  </a:lnTo>
                  <a:lnTo>
                    <a:pt x="2134146" y="749300"/>
                  </a:lnTo>
                  <a:close/>
                </a:path>
                <a:path w="5024119" h="1612900">
                  <a:moveTo>
                    <a:pt x="5023815" y="1092200"/>
                  </a:moveTo>
                  <a:lnTo>
                    <a:pt x="4297654" y="1092200"/>
                  </a:lnTo>
                  <a:lnTo>
                    <a:pt x="4332693" y="1079500"/>
                  </a:lnTo>
                  <a:lnTo>
                    <a:pt x="4464189" y="1079500"/>
                  </a:lnTo>
                  <a:lnTo>
                    <a:pt x="4498936" y="1066800"/>
                  </a:lnTo>
                  <a:lnTo>
                    <a:pt x="4596333" y="1066800"/>
                  </a:lnTo>
                  <a:lnTo>
                    <a:pt x="4630813" y="1054100"/>
                  </a:lnTo>
                  <a:lnTo>
                    <a:pt x="4694783" y="1054100"/>
                  </a:lnTo>
                  <a:lnTo>
                    <a:pt x="4729073" y="1041400"/>
                  </a:lnTo>
                  <a:lnTo>
                    <a:pt x="4760086" y="1041400"/>
                  </a:lnTo>
                  <a:lnTo>
                    <a:pt x="4794237" y="1028700"/>
                  </a:lnTo>
                  <a:lnTo>
                    <a:pt x="4857559" y="1028700"/>
                  </a:lnTo>
                  <a:lnTo>
                    <a:pt x="4891506" y="1016000"/>
                  </a:lnTo>
                  <a:lnTo>
                    <a:pt x="4922202" y="1016000"/>
                  </a:lnTo>
                  <a:lnTo>
                    <a:pt x="4955997" y="1003300"/>
                  </a:lnTo>
                  <a:lnTo>
                    <a:pt x="4986566" y="1003300"/>
                  </a:lnTo>
                  <a:lnTo>
                    <a:pt x="5020221" y="990600"/>
                  </a:lnTo>
                  <a:lnTo>
                    <a:pt x="5023815" y="990600"/>
                  </a:lnTo>
                  <a:lnTo>
                    <a:pt x="5023815" y="1092200"/>
                  </a:lnTo>
                  <a:close/>
                </a:path>
                <a:path w="5024119" h="1612900">
                  <a:moveTo>
                    <a:pt x="4942433" y="1536700"/>
                  </a:moveTo>
                  <a:lnTo>
                    <a:pt x="3047796" y="1536700"/>
                  </a:lnTo>
                  <a:lnTo>
                    <a:pt x="3012262" y="1524000"/>
                  </a:lnTo>
                  <a:lnTo>
                    <a:pt x="4977968" y="1524000"/>
                  </a:lnTo>
                  <a:lnTo>
                    <a:pt x="4942433" y="1536700"/>
                  </a:lnTo>
                  <a:close/>
                </a:path>
                <a:path w="5024119" h="1612900">
                  <a:moveTo>
                    <a:pt x="4835372" y="1549400"/>
                  </a:moveTo>
                  <a:lnTo>
                    <a:pt x="3154857" y="1549400"/>
                  </a:lnTo>
                  <a:lnTo>
                    <a:pt x="3119094" y="1536700"/>
                  </a:lnTo>
                  <a:lnTo>
                    <a:pt x="4871135" y="1536700"/>
                  </a:lnTo>
                  <a:lnTo>
                    <a:pt x="4835372" y="1549400"/>
                  </a:lnTo>
                  <a:close/>
                </a:path>
                <a:path w="5024119" h="1612900">
                  <a:moveTo>
                    <a:pt x="4763655" y="1562100"/>
                  </a:moveTo>
                  <a:lnTo>
                    <a:pt x="3226574" y="1562100"/>
                  </a:lnTo>
                  <a:lnTo>
                    <a:pt x="3190684" y="1549400"/>
                  </a:lnTo>
                  <a:lnTo>
                    <a:pt x="4799545" y="1549400"/>
                  </a:lnTo>
                  <a:lnTo>
                    <a:pt x="4763655" y="1562100"/>
                  </a:lnTo>
                  <a:close/>
                </a:path>
                <a:path w="5024119" h="1612900">
                  <a:moveTo>
                    <a:pt x="4655553" y="1574800"/>
                  </a:moveTo>
                  <a:lnTo>
                    <a:pt x="3334677" y="1574800"/>
                  </a:lnTo>
                  <a:lnTo>
                    <a:pt x="3298571" y="1562100"/>
                  </a:lnTo>
                  <a:lnTo>
                    <a:pt x="4691659" y="1562100"/>
                  </a:lnTo>
                  <a:lnTo>
                    <a:pt x="4655553" y="1574800"/>
                  </a:lnTo>
                  <a:close/>
                </a:path>
                <a:path w="5024119" h="1612900">
                  <a:moveTo>
                    <a:pt x="4546854" y="1587500"/>
                  </a:moveTo>
                  <a:lnTo>
                    <a:pt x="3443363" y="1587500"/>
                  </a:lnTo>
                  <a:lnTo>
                    <a:pt x="3407067" y="1574800"/>
                  </a:lnTo>
                  <a:lnTo>
                    <a:pt x="4583150" y="1574800"/>
                  </a:lnTo>
                  <a:lnTo>
                    <a:pt x="4546854" y="1587500"/>
                  </a:lnTo>
                  <a:close/>
                </a:path>
                <a:path w="5024119" h="1612900">
                  <a:moveTo>
                    <a:pt x="4401032" y="1600200"/>
                  </a:moveTo>
                  <a:lnTo>
                    <a:pt x="3589197" y="1600200"/>
                  </a:lnTo>
                  <a:lnTo>
                    <a:pt x="3552647" y="1587500"/>
                  </a:lnTo>
                  <a:lnTo>
                    <a:pt x="4437583" y="1587500"/>
                  </a:lnTo>
                  <a:lnTo>
                    <a:pt x="4401032" y="1600200"/>
                  </a:lnTo>
                  <a:close/>
                </a:path>
                <a:path w="5024119" h="1612900">
                  <a:moveTo>
                    <a:pt x="4143514" y="1612900"/>
                  </a:moveTo>
                  <a:lnTo>
                    <a:pt x="3846715" y="1612900"/>
                  </a:lnTo>
                  <a:lnTo>
                    <a:pt x="3809758" y="1600200"/>
                  </a:lnTo>
                  <a:lnTo>
                    <a:pt x="4180471" y="1600200"/>
                  </a:lnTo>
                  <a:lnTo>
                    <a:pt x="4143514" y="1612900"/>
                  </a:lnTo>
                  <a:close/>
                </a:path>
              </a:pathLst>
            </a:custGeom>
            <a:solidFill>
              <a:srgbClr val="FC611F">
                <a:alpha val="11799"/>
              </a:srgbClr>
            </a:solidFill>
          </p:spPr>
          <p:txBody>
            <a:bodyPr wrap="square" lIns="0" tIns="0" rIns="0" bIns="0" rtlCol="0"/>
            <a:lstStyle/>
            <a:p>
              <a:endParaRPr/>
            </a:p>
          </p:txBody>
        </p:sp>
        <p:pic>
          <p:nvPicPr>
            <p:cNvPr id="19" name="object 19"/>
            <p:cNvPicPr/>
            <p:nvPr/>
          </p:nvPicPr>
          <p:blipFill>
            <a:blip r:embed="rId6" cstate="print"/>
            <a:stretch>
              <a:fillRect/>
            </a:stretch>
          </p:blipFill>
          <p:spPr>
            <a:xfrm>
              <a:off x="16313416" y="910463"/>
              <a:ext cx="945883" cy="236473"/>
            </a:xfrm>
            <a:prstGeom prst="rect">
              <a:avLst/>
            </a:prstGeom>
          </p:spPr>
        </p:pic>
      </p:grpSp>
      <p:sp>
        <p:nvSpPr>
          <p:cNvPr id="20" name="object 20" descr="$PPTXTitle"/>
          <p:cNvSpPr txBox="1">
            <a:spLocks noGrp="1"/>
          </p:cNvSpPr>
          <p:nvPr>
            <p:ph type="title"/>
          </p:nvPr>
        </p:nvSpPr>
        <p:spPr>
          <a:prstGeom prst="rect">
            <a:avLst/>
          </a:prstGeom>
        </p:spPr>
        <p:txBody>
          <a:bodyPr vert="horz" wrap="square" lIns="0" tIns="65113" rIns="0" bIns="0" rtlCol="0">
            <a:spAutoFit/>
          </a:bodyPr>
          <a:lstStyle/>
          <a:p>
            <a:pPr marL="629920">
              <a:lnSpc>
                <a:spcPct val="100000"/>
              </a:lnSpc>
              <a:spcBef>
                <a:spcPts val="100"/>
              </a:spcBef>
            </a:pPr>
            <a:r>
              <a:rPr dirty="0"/>
              <a:t>PROPOSED</a:t>
            </a:r>
            <a:r>
              <a:rPr spc="-175" dirty="0"/>
              <a:t> </a:t>
            </a:r>
            <a:r>
              <a:rPr spc="-10" dirty="0"/>
              <a:t>SYSTEM</a:t>
            </a:r>
            <a:r>
              <a:rPr spc="-290" dirty="0"/>
              <a:t> </a:t>
            </a:r>
            <a:r>
              <a:rPr spc="-10" dirty="0"/>
              <a:t>ARCHITECTURE</a:t>
            </a:r>
          </a:p>
        </p:txBody>
      </p:sp>
      <p:sp>
        <p:nvSpPr>
          <p:cNvPr id="21" name="object 21"/>
          <p:cNvSpPr txBox="1"/>
          <p:nvPr/>
        </p:nvSpPr>
        <p:spPr>
          <a:xfrm>
            <a:off x="2288539" y="5917564"/>
            <a:ext cx="9932670" cy="2158365"/>
          </a:xfrm>
          <a:prstGeom prst="rect">
            <a:avLst/>
          </a:prstGeom>
        </p:spPr>
        <p:txBody>
          <a:bodyPr vert="horz" wrap="square" lIns="0" tIns="12065" rIns="0" bIns="0" rtlCol="0">
            <a:spAutoFit/>
          </a:bodyPr>
          <a:lstStyle/>
          <a:p>
            <a:pPr marL="12700">
              <a:lnSpc>
                <a:spcPct val="100000"/>
              </a:lnSpc>
              <a:spcBef>
                <a:spcPts val="95"/>
              </a:spcBef>
            </a:pPr>
            <a:r>
              <a:rPr sz="2800" spc="-10" dirty="0">
                <a:latin typeface="Times New Roman"/>
                <a:cs typeface="Times New Roman"/>
              </a:rPr>
              <a:t>Explaination:</a:t>
            </a:r>
            <a:endParaRPr sz="2800">
              <a:latin typeface="Times New Roman"/>
              <a:cs typeface="Times New Roman"/>
            </a:endParaRPr>
          </a:p>
          <a:p>
            <a:pPr marL="1383665" indent="-456565">
              <a:lnSpc>
                <a:spcPct val="100000"/>
              </a:lnSpc>
              <a:buFont typeface="Wingdings"/>
              <a:buChar char=""/>
              <a:tabLst>
                <a:tab pos="1383665" algn="l"/>
              </a:tabLst>
            </a:pPr>
            <a:r>
              <a:rPr sz="2800" b="1" dirty="0">
                <a:latin typeface="Times New Roman"/>
                <a:cs typeface="Times New Roman"/>
              </a:rPr>
              <a:t>Input:</a:t>
            </a:r>
            <a:r>
              <a:rPr sz="2800" b="1" spc="-50" dirty="0">
                <a:latin typeface="Times New Roman"/>
                <a:cs typeface="Times New Roman"/>
              </a:rPr>
              <a:t> </a:t>
            </a:r>
            <a:r>
              <a:rPr sz="2800" dirty="0">
                <a:latin typeface="Times New Roman"/>
                <a:cs typeface="Times New Roman"/>
              </a:rPr>
              <a:t>Student</a:t>
            </a:r>
            <a:r>
              <a:rPr sz="2800" spc="-45" dirty="0">
                <a:latin typeface="Times New Roman"/>
                <a:cs typeface="Times New Roman"/>
              </a:rPr>
              <a:t> </a:t>
            </a:r>
            <a:r>
              <a:rPr sz="2800" dirty="0">
                <a:latin typeface="Times New Roman"/>
                <a:cs typeface="Times New Roman"/>
              </a:rPr>
              <a:t>details,</a:t>
            </a:r>
            <a:r>
              <a:rPr sz="2800" spc="-45" dirty="0">
                <a:latin typeface="Times New Roman"/>
                <a:cs typeface="Times New Roman"/>
              </a:rPr>
              <a:t> </a:t>
            </a:r>
            <a:r>
              <a:rPr sz="2800" dirty="0">
                <a:latin typeface="Times New Roman"/>
                <a:cs typeface="Times New Roman"/>
              </a:rPr>
              <a:t>event</a:t>
            </a:r>
            <a:r>
              <a:rPr sz="2800" spc="-45" dirty="0">
                <a:latin typeface="Times New Roman"/>
                <a:cs typeface="Times New Roman"/>
              </a:rPr>
              <a:t> </a:t>
            </a:r>
            <a:r>
              <a:rPr sz="2800" spc="-10" dirty="0">
                <a:latin typeface="Times New Roman"/>
                <a:cs typeface="Times New Roman"/>
              </a:rPr>
              <a:t>details</a:t>
            </a:r>
            <a:endParaRPr sz="2800">
              <a:latin typeface="Times New Roman"/>
              <a:cs typeface="Times New Roman"/>
            </a:endParaRPr>
          </a:p>
          <a:p>
            <a:pPr marL="1383665" indent="-456565">
              <a:lnSpc>
                <a:spcPct val="100000"/>
              </a:lnSpc>
              <a:buFont typeface="Wingdings"/>
              <a:buChar char=""/>
              <a:tabLst>
                <a:tab pos="1383665" algn="l"/>
              </a:tabLst>
            </a:pPr>
            <a:r>
              <a:rPr sz="2800" b="1" spc="-10" dirty="0">
                <a:latin typeface="Times New Roman"/>
                <a:cs typeface="Times New Roman"/>
              </a:rPr>
              <a:t>Processing:</a:t>
            </a:r>
            <a:r>
              <a:rPr sz="2800" b="1" spc="-110" dirty="0">
                <a:latin typeface="Times New Roman"/>
                <a:cs typeface="Times New Roman"/>
              </a:rPr>
              <a:t> </a:t>
            </a:r>
            <a:r>
              <a:rPr sz="2800" spc="-25" dirty="0">
                <a:latin typeface="Times New Roman"/>
                <a:cs typeface="Times New Roman"/>
              </a:rPr>
              <a:t>Validation,</a:t>
            </a:r>
            <a:r>
              <a:rPr sz="2800" spc="-50" dirty="0">
                <a:latin typeface="Times New Roman"/>
                <a:cs typeface="Times New Roman"/>
              </a:rPr>
              <a:t> </a:t>
            </a:r>
            <a:r>
              <a:rPr sz="2800" dirty="0">
                <a:latin typeface="Times New Roman"/>
                <a:cs typeface="Times New Roman"/>
              </a:rPr>
              <a:t>registration,</a:t>
            </a:r>
            <a:r>
              <a:rPr sz="2800" spc="-55" dirty="0">
                <a:latin typeface="Times New Roman"/>
                <a:cs typeface="Times New Roman"/>
              </a:rPr>
              <a:t> </a:t>
            </a:r>
            <a:r>
              <a:rPr sz="2800" dirty="0">
                <a:latin typeface="Times New Roman"/>
                <a:cs typeface="Times New Roman"/>
              </a:rPr>
              <a:t>seat</a:t>
            </a:r>
            <a:r>
              <a:rPr sz="2800" spc="-50" dirty="0">
                <a:latin typeface="Times New Roman"/>
                <a:cs typeface="Times New Roman"/>
              </a:rPr>
              <a:t> </a:t>
            </a:r>
            <a:r>
              <a:rPr sz="2800" spc="-10" dirty="0">
                <a:latin typeface="Times New Roman"/>
                <a:cs typeface="Times New Roman"/>
              </a:rPr>
              <a:t>management</a:t>
            </a:r>
            <a:endParaRPr sz="2800">
              <a:latin typeface="Times New Roman"/>
              <a:cs typeface="Times New Roman"/>
            </a:endParaRPr>
          </a:p>
          <a:p>
            <a:pPr marL="1383665" indent="-456565">
              <a:lnSpc>
                <a:spcPct val="100000"/>
              </a:lnSpc>
              <a:buFont typeface="Wingdings"/>
              <a:buChar char=""/>
              <a:tabLst>
                <a:tab pos="1383665" algn="l"/>
              </a:tabLst>
            </a:pPr>
            <a:r>
              <a:rPr sz="2800" b="1" dirty="0">
                <a:latin typeface="Times New Roman"/>
                <a:cs typeface="Times New Roman"/>
              </a:rPr>
              <a:t>Database:</a:t>
            </a:r>
            <a:r>
              <a:rPr sz="2800" b="1" spc="-55" dirty="0">
                <a:latin typeface="Times New Roman"/>
                <a:cs typeface="Times New Roman"/>
              </a:rPr>
              <a:t> </a:t>
            </a:r>
            <a:r>
              <a:rPr sz="2800" spc="-10" dirty="0">
                <a:latin typeface="Times New Roman"/>
                <a:cs typeface="Times New Roman"/>
              </a:rPr>
              <a:t>MySQL</a:t>
            </a:r>
            <a:r>
              <a:rPr sz="2800" spc="-145" dirty="0">
                <a:latin typeface="Times New Roman"/>
                <a:cs typeface="Times New Roman"/>
              </a:rPr>
              <a:t> </a:t>
            </a:r>
            <a:r>
              <a:rPr sz="2800" dirty="0">
                <a:latin typeface="Times New Roman"/>
                <a:cs typeface="Times New Roman"/>
              </a:rPr>
              <a:t>stores</a:t>
            </a:r>
            <a:r>
              <a:rPr sz="2800" spc="-45" dirty="0">
                <a:latin typeface="Times New Roman"/>
                <a:cs typeface="Times New Roman"/>
              </a:rPr>
              <a:t> </a:t>
            </a:r>
            <a:r>
              <a:rPr sz="2800" dirty="0">
                <a:latin typeface="Times New Roman"/>
                <a:cs typeface="Times New Roman"/>
              </a:rPr>
              <a:t>events</a:t>
            </a:r>
            <a:r>
              <a:rPr sz="2800" spc="-50" dirty="0">
                <a:latin typeface="Times New Roman"/>
                <a:cs typeface="Times New Roman"/>
              </a:rPr>
              <a:t> </a:t>
            </a:r>
            <a:r>
              <a:rPr sz="2800" dirty="0">
                <a:latin typeface="Times New Roman"/>
                <a:cs typeface="Times New Roman"/>
              </a:rPr>
              <a:t>and</a:t>
            </a:r>
            <a:r>
              <a:rPr sz="2800" spc="-45" dirty="0">
                <a:latin typeface="Times New Roman"/>
                <a:cs typeface="Times New Roman"/>
              </a:rPr>
              <a:t> </a:t>
            </a:r>
            <a:r>
              <a:rPr sz="2800" spc="-10" dirty="0">
                <a:latin typeface="Times New Roman"/>
                <a:cs typeface="Times New Roman"/>
              </a:rPr>
              <a:t>registrations</a:t>
            </a:r>
            <a:endParaRPr sz="2800">
              <a:latin typeface="Times New Roman"/>
              <a:cs typeface="Times New Roman"/>
            </a:endParaRPr>
          </a:p>
          <a:p>
            <a:pPr marL="1383665" indent="-456565">
              <a:lnSpc>
                <a:spcPct val="100000"/>
              </a:lnSpc>
              <a:buFont typeface="Wingdings"/>
              <a:buChar char=""/>
              <a:tabLst>
                <a:tab pos="1383665" algn="l"/>
              </a:tabLst>
            </a:pPr>
            <a:r>
              <a:rPr sz="2800" b="1" dirty="0">
                <a:latin typeface="Times New Roman"/>
                <a:cs typeface="Times New Roman"/>
              </a:rPr>
              <a:t>Output:</a:t>
            </a:r>
            <a:r>
              <a:rPr sz="2800" b="1" spc="-70" dirty="0">
                <a:latin typeface="Times New Roman"/>
                <a:cs typeface="Times New Roman"/>
              </a:rPr>
              <a:t> </a:t>
            </a:r>
            <a:r>
              <a:rPr sz="2800" dirty="0">
                <a:latin typeface="Times New Roman"/>
                <a:cs typeface="Times New Roman"/>
              </a:rPr>
              <a:t>Event</a:t>
            </a:r>
            <a:r>
              <a:rPr sz="2800" spc="-65" dirty="0">
                <a:latin typeface="Times New Roman"/>
                <a:cs typeface="Times New Roman"/>
              </a:rPr>
              <a:t> </a:t>
            </a:r>
            <a:r>
              <a:rPr sz="2800" dirty="0">
                <a:latin typeface="Times New Roman"/>
                <a:cs typeface="Times New Roman"/>
              </a:rPr>
              <a:t>list,</a:t>
            </a:r>
            <a:r>
              <a:rPr sz="2800" spc="-60" dirty="0">
                <a:latin typeface="Times New Roman"/>
                <a:cs typeface="Times New Roman"/>
              </a:rPr>
              <a:t> </a:t>
            </a:r>
            <a:r>
              <a:rPr sz="2800" dirty="0">
                <a:latin typeface="Times New Roman"/>
                <a:cs typeface="Times New Roman"/>
              </a:rPr>
              <a:t>registration</a:t>
            </a:r>
            <a:r>
              <a:rPr sz="2800" spc="-65" dirty="0">
                <a:latin typeface="Times New Roman"/>
                <a:cs typeface="Times New Roman"/>
              </a:rPr>
              <a:t> </a:t>
            </a:r>
            <a:r>
              <a:rPr sz="2800" dirty="0">
                <a:latin typeface="Times New Roman"/>
                <a:cs typeface="Times New Roman"/>
              </a:rPr>
              <a:t>confirmation,</a:t>
            </a:r>
            <a:r>
              <a:rPr sz="2800" spc="-60" dirty="0">
                <a:latin typeface="Times New Roman"/>
                <a:cs typeface="Times New Roman"/>
              </a:rPr>
              <a:t> </a:t>
            </a:r>
            <a:r>
              <a:rPr sz="2800" dirty="0">
                <a:latin typeface="Times New Roman"/>
                <a:cs typeface="Times New Roman"/>
              </a:rPr>
              <a:t>admin</a:t>
            </a:r>
            <a:r>
              <a:rPr sz="2800" spc="-65" dirty="0">
                <a:latin typeface="Times New Roman"/>
                <a:cs typeface="Times New Roman"/>
              </a:rPr>
              <a:t> </a:t>
            </a:r>
            <a:r>
              <a:rPr sz="2800" spc="-10" dirty="0">
                <a:latin typeface="Times New Roman"/>
                <a:cs typeface="Times New Roman"/>
              </a:rPr>
              <a:t>reports</a:t>
            </a:r>
            <a:endParaRPr sz="2800">
              <a:latin typeface="Times New Roman"/>
              <a:cs typeface="Times New Roman"/>
            </a:endParaRPr>
          </a:p>
        </p:txBody>
      </p:sp>
      <p:pic>
        <p:nvPicPr>
          <p:cNvPr id="22" name="object 22"/>
          <p:cNvPicPr/>
          <p:nvPr/>
        </p:nvPicPr>
        <p:blipFill>
          <a:blip r:embed="rId7" cstate="print"/>
          <a:stretch>
            <a:fillRect/>
          </a:stretch>
        </p:blipFill>
        <p:spPr>
          <a:xfrm>
            <a:off x="3657600" y="1714500"/>
            <a:ext cx="11393423" cy="4038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5583" y="5318633"/>
            <a:ext cx="992505" cy="992505"/>
          </a:xfrm>
          <a:custGeom>
            <a:avLst/>
            <a:gdLst/>
            <a:ahLst/>
            <a:cxnLst/>
            <a:rect l="l" t="t" r="r" b="b"/>
            <a:pathLst>
              <a:path w="992505" h="992504">
                <a:moveTo>
                  <a:pt x="496239" y="992466"/>
                </a:moveTo>
                <a:lnTo>
                  <a:pt x="448448" y="990195"/>
                </a:lnTo>
                <a:lnTo>
                  <a:pt x="401942" y="983518"/>
                </a:lnTo>
                <a:lnTo>
                  <a:pt x="356929" y="972645"/>
                </a:lnTo>
                <a:lnTo>
                  <a:pt x="313618" y="957784"/>
                </a:lnTo>
                <a:lnTo>
                  <a:pt x="272216" y="939141"/>
                </a:lnTo>
                <a:lnTo>
                  <a:pt x="232930" y="916926"/>
                </a:lnTo>
                <a:lnTo>
                  <a:pt x="195970" y="891346"/>
                </a:lnTo>
                <a:lnTo>
                  <a:pt x="161543" y="862609"/>
                </a:lnTo>
                <a:lnTo>
                  <a:pt x="129857" y="830923"/>
                </a:lnTo>
                <a:lnTo>
                  <a:pt x="101120" y="796496"/>
                </a:lnTo>
                <a:lnTo>
                  <a:pt x="75540" y="759535"/>
                </a:lnTo>
                <a:lnTo>
                  <a:pt x="53325" y="720250"/>
                </a:lnTo>
                <a:lnTo>
                  <a:pt x="34682" y="678848"/>
                </a:lnTo>
                <a:lnTo>
                  <a:pt x="19820" y="635537"/>
                </a:lnTo>
                <a:lnTo>
                  <a:pt x="8947" y="590524"/>
                </a:lnTo>
                <a:lnTo>
                  <a:pt x="2271" y="544018"/>
                </a:lnTo>
                <a:lnTo>
                  <a:pt x="0" y="496227"/>
                </a:lnTo>
                <a:lnTo>
                  <a:pt x="2271" y="448437"/>
                </a:lnTo>
                <a:lnTo>
                  <a:pt x="8947" y="401933"/>
                </a:lnTo>
                <a:lnTo>
                  <a:pt x="19820" y="356922"/>
                </a:lnTo>
                <a:lnTo>
                  <a:pt x="34682" y="313612"/>
                </a:lnTo>
                <a:lnTo>
                  <a:pt x="53325" y="272211"/>
                </a:lnTo>
                <a:lnTo>
                  <a:pt x="75540" y="232927"/>
                </a:lnTo>
                <a:lnTo>
                  <a:pt x="101120" y="195968"/>
                </a:lnTo>
                <a:lnTo>
                  <a:pt x="129857" y="161541"/>
                </a:lnTo>
                <a:lnTo>
                  <a:pt x="161543" y="129856"/>
                </a:lnTo>
                <a:lnTo>
                  <a:pt x="195970" y="101119"/>
                </a:lnTo>
                <a:lnTo>
                  <a:pt x="232930" y="75539"/>
                </a:lnTo>
                <a:lnTo>
                  <a:pt x="272216" y="53324"/>
                </a:lnTo>
                <a:lnTo>
                  <a:pt x="313618" y="34682"/>
                </a:lnTo>
                <a:lnTo>
                  <a:pt x="356929" y="19820"/>
                </a:lnTo>
                <a:lnTo>
                  <a:pt x="401942" y="8947"/>
                </a:lnTo>
                <a:lnTo>
                  <a:pt x="448448" y="2271"/>
                </a:lnTo>
                <a:lnTo>
                  <a:pt x="496239" y="0"/>
                </a:lnTo>
                <a:lnTo>
                  <a:pt x="544028" y="2271"/>
                </a:lnTo>
                <a:lnTo>
                  <a:pt x="590533" y="8947"/>
                </a:lnTo>
                <a:lnTo>
                  <a:pt x="635544" y="19820"/>
                </a:lnTo>
                <a:lnTo>
                  <a:pt x="678854" y="34682"/>
                </a:lnTo>
                <a:lnTo>
                  <a:pt x="720255" y="53324"/>
                </a:lnTo>
                <a:lnTo>
                  <a:pt x="759539" y="75539"/>
                </a:lnTo>
                <a:lnTo>
                  <a:pt x="796498" y="101119"/>
                </a:lnTo>
                <a:lnTo>
                  <a:pt x="830924" y="129856"/>
                </a:lnTo>
                <a:lnTo>
                  <a:pt x="862610" y="161541"/>
                </a:lnTo>
                <a:lnTo>
                  <a:pt x="891347" y="195968"/>
                </a:lnTo>
                <a:lnTo>
                  <a:pt x="916927" y="232927"/>
                </a:lnTo>
                <a:lnTo>
                  <a:pt x="939142" y="272211"/>
                </a:lnTo>
                <a:lnTo>
                  <a:pt x="957784" y="313612"/>
                </a:lnTo>
                <a:lnTo>
                  <a:pt x="972646" y="356922"/>
                </a:lnTo>
                <a:lnTo>
                  <a:pt x="983518" y="401933"/>
                </a:lnTo>
                <a:lnTo>
                  <a:pt x="990195" y="448437"/>
                </a:lnTo>
                <a:lnTo>
                  <a:pt x="992466" y="496227"/>
                </a:lnTo>
                <a:lnTo>
                  <a:pt x="990195" y="544018"/>
                </a:lnTo>
                <a:lnTo>
                  <a:pt x="983518" y="590524"/>
                </a:lnTo>
                <a:lnTo>
                  <a:pt x="972646" y="635537"/>
                </a:lnTo>
                <a:lnTo>
                  <a:pt x="957784" y="678848"/>
                </a:lnTo>
                <a:lnTo>
                  <a:pt x="939142" y="720250"/>
                </a:lnTo>
                <a:lnTo>
                  <a:pt x="916927" y="759535"/>
                </a:lnTo>
                <a:lnTo>
                  <a:pt x="891347" y="796496"/>
                </a:lnTo>
                <a:lnTo>
                  <a:pt x="862610" y="830923"/>
                </a:lnTo>
                <a:lnTo>
                  <a:pt x="830924" y="862609"/>
                </a:lnTo>
                <a:lnTo>
                  <a:pt x="796498" y="891346"/>
                </a:lnTo>
                <a:lnTo>
                  <a:pt x="759539" y="916926"/>
                </a:lnTo>
                <a:lnTo>
                  <a:pt x="720255" y="939141"/>
                </a:lnTo>
                <a:lnTo>
                  <a:pt x="678854" y="957784"/>
                </a:lnTo>
                <a:lnTo>
                  <a:pt x="635544" y="972645"/>
                </a:lnTo>
                <a:lnTo>
                  <a:pt x="590533" y="983518"/>
                </a:lnTo>
                <a:lnTo>
                  <a:pt x="544028" y="990195"/>
                </a:lnTo>
                <a:lnTo>
                  <a:pt x="496239" y="992466"/>
                </a:lnTo>
                <a:close/>
              </a:path>
            </a:pathLst>
          </a:custGeom>
          <a:solidFill>
            <a:srgbClr val="FC611F"/>
          </a:solidFill>
        </p:spPr>
        <p:txBody>
          <a:bodyPr wrap="square" lIns="0" tIns="0" rIns="0" bIns="0" rtlCol="0"/>
          <a:lstStyle/>
          <a:p>
            <a:endParaRPr/>
          </a:p>
        </p:txBody>
      </p:sp>
      <p:sp>
        <p:nvSpPr>
          <p:cNvPr id="3" name="object 3"/>
          <p:cNvSpPr txBox="1"/>
          <p:nvPr/>
        </p:nvSpPr>
        <p:spPr>
          <a:xfrm>
            <a:off x="1108036" y="5569864"/>
            <a:ext cx="247650" cy="436880"/>
          </a:xfrm>
          <a:prstGeom prst="rect">
            <a:avLst/>
          </a:prstGeom>
        </p:spPr>
        <p:txBody>
          <a:bodyPr vert="horz" wrap="square" lIns="0" tIns="12700" rIns="0" bIns="0" rtlCol="0">
            <a:spAutoFit/>
          </a:bodyPr>
          <a:lstStyle/>
          <a:p>
            <a:pPr marL="12700">
              <a:lnSpc>
                <a:spcPct val="100000"/>
              </a:lnSpc>
              <a:spcBef>
                <a:spcPts val="100"/>
              </a:spcBef>
            </a:pPr>
            <a:r>
              <a:rPr sz="2700" spc="215" dirty="0">
                <a:solidFill>
                  <a:srgbClr val="FFFDFD"/>
                </a:solidFill>
                <a:latin typeface="Tahoma"/>
                <a:cs typeface="Tahoma"/>
              </a:rPr>
              <a:t>6</a:t>
            </a:r>
            <a:endParaRPr sz="2700">
              <a:latin typeface="Tahoma"/>
              <a:cs typeface="Tahoma"/>
            </a:endParaRPr>
          </a:p>
        </p:txBody>
      </p:sp>
      <p:pic>
        <p:nvPicPr>
          <p:cNvPr id="4" name="object 4"/>
          <p:cNvPicPr/>
          <p:nvPr/>
        </p:nvPicPr>
        <p:blipFill>
          <a:blip r:embed="rId2" cstate="print"/>
          <a:stretch>
            <a:fillRect/>
          </a:stretch>
        </p:blipFill>
        <p:spPr>
          <a:xfrm>
            <a:off x="973061" y="3310978"/>
            <a:ext cx="517512" cy="552450"/>
          </a:xfrm>
          <a:prstGeom prst="rect">
            <a:avLst/>
          </a:prstGeom>
        </p:spPr>
      </p:pic>
      <p:pic>
        <p:nvPicPr>
          <p:cNvPr id="5" name="object 5"/>
          <p:cNvPicPr/>
          <p:nvPr/>
        </p:nvPicPr>
        <p:blipFill>
          <a:blip r:embed="rId3" cstate="print"/>
          <a:stretch>
            <a:fillRect/>
          </a:stretch>
        </p:blipFill>
        <p:spPr>
          <a:xfrm>
            <a:off x="973061" y="1977580"/>
            <a:ext cx="517512" cy="552450"/>
          </a:xfrm>
          <a:prstGeom prst="rect">
            <a:avLst/>
          </a:prstGeom>
        </p:spPr>
      </p:pic>
      <p:pic>
        <p:nvPicPr>
          <p:cNvPr id="6" name="object 6"/>
          <p:cNvPicPr/>
          <p:nvPr/>
        </p:nvPicPr>
        <p:blipFill>
          <a:blip r:embed="rId2" cstate="print"/>
          <a:stretch>
            <a:fillRect/>
          </a:stretch>
        </p:blipFill>
        <p:spPr>
          <a:xfrm>
            <a:off x="973061" y="3978605"/>
            <a:ext cx="517512" cy="552450"/>
          </a:xfrm>
          <a:prstGeom prst="rect">
            <a:avLst/>
          </a:prstGeom>
        </p:spPr>
      </p:pic>
      <p:pic>
        <p:nvPicPr>
          <p:cNvPr id="7" name="object 7"/>
          <p:cNvPicPr/>
          <p:nvPr/>
        </p:nvPicPr>
        <p:blipFill>
          <a:blip r:embed="rId4" cstate="print"/>
          <a:stretch>
            <a:fillRect/>
          </a:stretch>
        </p:blipFill>
        <p:spPr>
          <a:xfrm>
            <a:off x="973061" y="2643352"/>
            <a:ext cx="517512" cy="552450"/>
          </a:xfrm>
          <a:prstGeom prst="rect">
            <a:avLst/>
          </a:prstGeom>
        </p:spPr>
      </p:pic>
      <p:pic>
        <p:nvPicPr>
          <p:cNvPr id="8" name="object 8"/>
          <p:cNvPicPr/>
          <p:nvPr/>
        </p:nvPicPr>
        <p:blipFill>
          <a:blip r:embed="rId5" cstate="print"/>
          <a:stretch>
            <a:fillRect/>
          </a:stretch>
        </p:blipFill>
        <p:spPr>
          <a:xfrm>
            <a:off x="973061" y="6420827"/>
            <a:ext cx="517512" cy="552450"/>
          </a:xfrm>
          <a:prstGeom prst="rect">
            <a:avLst/>
          </a:prstGeom>
        </p:spPr>
      </p:pic>
      <p:pic>
        <p:nvPicPr>
          <p:cNvPr id="9" name="object 9"/>
          <p:cNvPicPr/>
          <p:nvPr/>
        </p:nvPicPr>
        <p:blipFill>
          <a:blip r:embed="rId4" cstate="print"/>
          <a:stretch>
            <a:fillRect/>
          </a:stretch>
        </p:blipFill>
        <p:spPr>
          <a:xfrm>
            <a:off x="973061" y="4646244"/>
            <a:ext cx="517512" cy="552450"/>
          </a:xfrm>
          <a:prstGeom prst="rect">
            <a:avLst/>
          </a:prstGeom>
        </p:spPr>
      </p:pic>
      <p:sp>
        <p:nvSpPr>
          <p:cNvPr id="10" name="object 10"/>
          <p:cNvSpPr txBox="1"/>
          <p:nvPr/>
        </p:nvSpPr>
        <p:spPr>
          <a:xfrm>
            <a:off x="1146670" y="2107539"/>
            <a:ext cx="170815" cy="2954020"/>
          </a:xfrm>
          <a:prstGeom prst="rect">
            <a:avLst/>
          </a:prstGeom>
        </p:spPr>
        <p:txBody>
          <a:bodyPr vert="horz" wrap="square" lIns="0" tIns="13335" rIns="0" bIns="0" rtlCol="0">
            <a:spAutoFit/>
          </a:bodyPr>
          <a:lstStyle/>
          <a:p>
            <a:pPr marL="45720">
              <a:lnSpc>
                <a:spcPct val="100000"/>
              </a:lnSpc>
              <a:spcBef>
                <a:spcPts val="105"/>
              </a:spcBef>
            </a:pPr>
            <a:r>
              <a:rPr sz="1700" spc="-375" dirty="0">
                <a:solidFill>
                  <a:srgbClr val="181818"/>
                </a:solidFill>
                <a:latin typeface="Tahoma"/>
                <a:cs typeface="Tahoma"/>
              </a:rPr>
              <a:t>1</a:t>
            </a:r>
            <a:endParaRPr sz="1700">
              <a:latin typeface="Tahoma"/>
              <a:cs typeface="Tahoma"/>
            </a:endParaRPr>
          </a:p>
          <a:p>
            <a:pPr>
              <a:lnSpc>
                <a:spcPct val="100000"/>
              </a:lnSpc>
              <a:spcBef>
                <a:spcPts val="1150"/>
              </a:spcBef>
            </a:pPr>
            <a:endParaRPr sz="1700">
              <a:latin typeface="Tahoma"/>
              <a:cs typeface="Tahoma"/>
            </a:endParaRPr>
          </a:p>
          <a:p>
            <a:pPr marL="19685">
              <a:lnSpc>
                <a:spcPct val="100000"/>
              </a:lnSpc>
            </a:pPr>
            <a:r>
              <a:rPr sz="1700" spc="40" dirty="0">
                <a:solidFill>
                  <a:srgbClr val="181818"/>
                </a:solidFill>
                <a:latin typeface="Tahoma"/>
                <a:cs typeface="Tahoma"/>
              </a:rPr>
              <a:t>2</a:t>
            </a:r>
            <a:endParaRPr sz="1700">
              <a:latin typeface="Tahoma"/>
              <a:cs typeface="Tahoma"/>
            </a:endParaRPr>
          </a:p>
          <a:p>
            <a:pPr>
              <a:lnSpc>
                <a:spcPct val="100000"/>
              </a:lnSpc>
              <a:spcBef>
                <a:spcPts val="1165"/>
              </a:spcBef>
            </a:pPr>
            <a:endParaRPr sz="1700">
              <a:latin typeface="Tahoma"/>
              <a:cs typeface="Tahoma"/>
            </a:endParaRPr>
          </a:p>
          <a:p>
            <a:pPr marL="19050">
              <a:lnSpc>
                <a:spcPct val="100000"/>
              </a:lnSpc>
            </a:pPr>
            <a:r>
              <a:rPr sz="1700" spc="60" dirty="0">
                <a:solidFill>
                  <a:srgbClr val="181818"/>
                </a:solidFill>
                <a:latin typeface="Tahoma"/>
                <a:cs typeface="Tahoma"/>
              </a:rPr>
              <a:t>3</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160" dirty="0">
                <a:solidFill>
                  <a:srgbClr val="181818"/>
                </a:solidFill>
                <a:latin typeface="Tahoma"/>
                <a:cs typeface="Tahoma"/>
              </a:rPr>
              <a:t>4</a:t>
            </a:r>
            <a:endParaRPr sz="1700">
              <a:latin typeface="Tahoma"/>
              <a:cs typeface="Tahoma"/>
            </a:endParaRPr>
          </a:p>
          <a:p>
            <a:pPr>
              <a:lnSpc>
                <a:spcPct val="100000"/>
              </a:lnSpc>
              <a:spcBef>
                <a:spcPts val="1165"/>
              </a:spcBef>
            </a:pPr>
            <a:endParaRPr sz="1700">
              <a:latin typeface="Tahoma"/>
              <a:cs typeface="Tahoma"/>
            </a:endParaRPr>
          </a:p>
          <a:p>
            <a:pPr marL="19050">
              <a:lnSpc>
                <a:spcPct val="100000"/>
              </a:lnSpc>
            </a:pPr>
            <a:r>
              <a:rPr sz="1700" spc="60" dirty="0">
                <a:solidFill>
                  <a:srgbClr val="181818"/>
                </a:solidFill>
                <a:latin typeface="Tahoma"/>
                <a:cs typeface="Tahoma"/>
              </a:rPr>
              <a:t>5</a:t>
            </a:r>
            <a:endParaRPr sz="1700">
              <a:latin typeface="Tahoma"/>
              <a:cs typeface="Tahoma"/>
            </a:endParaRPr>
          </a:p>
        </p:txBody>
      </p:sp>
      <p:pic>
        <p:nvPicPr>
          <p:cNvPr id="11" name="object 11"/>
          <p:cNvPicPr/>
          <p:nvPr/>
        </p:nvPicPr>
        <p:blipFill>
          <a:blip r:embed="rId2" cstate="print"/>
          <a:stretch>
            <a:fillRect/>
          </a:stretch>
        </p:blipFill>
        <p:spPr>
          <a:xfrm>
            <a:off x="973061" y="7088454"/>
            <a:ext cx="517512" cy="552450"/>
          </a:xfrm>
          <a:prstGeom prst="rect">
            <a:avLst/>
          </a:prstGeom>
        </p:spPr>
      </p:pic>
      <p:pic>
        <p:nvPicPr>
          <p:cNvPr id="12" name="object 12"/>
          <p:cNvPicPr/>
          <p:nvPr/>
        </p:nvPicPr>
        <p:blipFill>
          <a:blip r:embed="rId2" cstate="print"/>
          <a:stretch>
            <a:fillRect/>
          </a:stretch>
        </p:blipFill>
        <p:spPr>
          <a:xfrm>
            <a:off x="973061" y="7756080"/>
            <a:ext cx="517512" cy="552450"/>
          </a:xfrm>
          <a:prstGeom prst="rect">
            <a:avLst/>
          </a:prstGeom>
        </p:spPr>
      </p:pic>
      <p:sp>
        <p:nvSpPr>
          <p:cNvPr id="13" name="object 13"/>
          <p:cNvSpPr txBox="1"/>
          <p:nvPr/>
        </p:nvSpPr>
        <p:spPr>
          <a:xfrm>
            <a:off x="1149210" y="6550774"/>
            <a:ext cx="165735" cy="1620520"/>
          </a:xfrm>
          <a:prstGeom prst="rect">
            <a:avLst/>
          </a:prstGeom>
        </p:spPr>
        <p:txBody>
          <a:bodyPr vert="horz" wrap="square" lIns="0" tIns="13335" rIns="0" bIns="0" rtlCol="0">
            <a:spAutoFit/>
          </a:bodyPr>
          <a:lstStyle/>
          <a:p>
            <a:pPr marL="17145">
              <a:lnSpc>
                <a:spcPct val="100000"/>
              </a:lnSpc>
              <a:spcBef>
                <a:spcPts val="105"/>
              </a:spcBef>
            </a:pPr>
            <a:r>
              <a:rPr sz="1700" spc="30" dirty="0">
                <a:solidFill>
                  <a:srgbClr val="181818"/>
                </a:solidFill>
                <a:latin typeface="Tahoma"/>
                <a:cs typeface="Tahoma"/>
              </a:rPr>
              <a:t>7</a:t>
            </a:r>
            <a:endParaRPr sz="1700">
              <a:latin typeface="Tahoma"/>
              <a:cs typeface="Tahoma"/>
            </a:endParaRPr>
          </a:p>
          <a:p>
            <a:pPr>
              <a:lnSpc>
                <a:spcPct val="100000"/>
              </a:lnSpc>
              <a:spcBef>
                <a:spcPts val="1165"/>
              </a:spcBef>
            </a:pPr>
            <a:endParaRPr sz="1700">
              <a:latin typeface="Tahoma"/>
              <a:cs typeface="Tahoma"/>
            </a:endParaRPr>
          </a:p>
          <a:p>
            <a:pPr marL="13970">
              <a:lnSpc>
                <a:spcPct val="100000"/>
              </a:lnSpc>
            </a:pPr>
            <a:r>
              <a:rPr sz="1700" spc="95" dirty="0">
                <a:solidFill>
                  <a:srgbClr val="181818"/>
                </a:solidFill>
                <a:latin typeface="Tahoma"/>
                <a:cs typeface="Tahoma"/>
              </a:rPr>
              <a:t>8</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125" dirty="0">
                <a:solidFill>
                  <a:srgbClr val="181818"/>
                </a:solidFill>
                <a:latin typeface="Tahoma"/>
                <a:cs typeface="Tahoma"/>
              </a:rPr>
              <a:t>9</a:t>
            </a:r>
            <a:endParaRPr sz="1700">
              <a:latin typeface="Tahoma"/>
              <a:cs typeface="Tahoma"/>
            </a:endParaRPr>
          </a:p>
        </p:txBody>
      </p:sp>
      <p:sp>
        <p:nvSpPr>
          <p:cNvPr id="14" name="object 14" descr="$PPTXTitle"/>
          <p:cNvSpPr txBox="1">
            <a:spLocks noGrp="1"/>
          </p:cNvSpPr>
          <p:nvPr>
            <p:ph type="title"/>
          </p:nvPr>
        </p:nvSpPr>
        <p:spPr>
          <a:prstGeom prst="rect">
            <a:avLst/>
          </a:prstGeom>
        </p:spPr>
        <p:txBody>
          <a:bodyPr vert="horz" wrap="square" lIns="0" tIns="12700" rIns="0" bIns="0" rtlCol="0">
            <a:spAutoFit/>
          </a:bodyPr>
          <a:lstStyle/>
          <a:p>
            <a:pPr marL="3227070">
              <a:lnSpc>
                <a:spcPct val="100000"/>
              </a:lnSpc>
              <a:spcBef>
                <a:spcPts val="100"/>
              </a:spcBef>
            </a:pPr>
            <a:r>
              <a:rPr spc="-10" dirty="0"/>
              <a:t>WORKFLOW</a:t>
            </a:r>
          </a:p>
        </p:txBody>
      </p:sp>
      <p:grpSp>
        <p:nvGrpSpPr>
          <p:cNvPr id="15" name="object 15"/>
          <p:cNvGrpSpPr/>
          <p:nvPr/>
        </p:nvGrpSpPr>
        <p:grpSpPr>
          <a:xfrm>
            <a:off x="3267075" y="0"/>
            <a:ext cx="15020925" cy="8536305"/>
            <a:chOff x="3267075" y="0"/>
            <a:chExt cx="15020925" cy="8536305"/>
          </a:xfrm>
        </p:grpSpPr>
        <p:sp>
          <p:nvSpPr>
            <p:cNvPr id="16" name="object 16"/>
            <p:cNvSpPr/>
            <p:nvPr/>
          </p:nvSpPr>
          <p:spPr>
            <a:xfrm>
              <a:off x="14411509" y="0"/>
              <a:ext cx="3876675" cy="2959100"/>
            </a:xfrm>
            <a:custGeom>
              <a:avLst/>
              <a:gdLst/>
              <a:ahLst/>
              <a:cxnLst/>
              <a:rect l="l" t="t" r="r" b="b"/>
              <a:pathLst>
                <a:path w="3876675" h="2959100">
                  <a:moveTo>
                    <a:pt x="3876490" y="2959100"/>
                  </a:moveTo>
                  <a:lnTo>
                    <a:pt x="3842035" y="2959100"/>
                  </a:lnTo>
                  <a:lnTo>
                    <a:pt x="3772414" y="2933700"/>
                  </a:lnTo>
                  <a:lnTo>
                    <a:pt x="3737717" y="2933700"/>
                  </a:lnTo>
                  <a:lnTo>
                    <a:pt x="3668578" y="2908300"/>
                  </a:lnTo>
                  <a:lnTo>
                    <a:pt x="3634136" y="2908300"/>
                  </a:lnTo>
                  <a:lnTo>
                    <a:pt x="3565505" y="2882900"/>
                  </a:lnTo>
                  <a:lnTo>
                    <a:pt x="3531304" y="2882900"/>
                  </a:lnTo>
                  <a:lnTo>
                    <a:pt x="3361670" y="2819400"/>
                  </a:lnTo>
                  <a:lnTo>
                    <a:pt x="3328002" y="2819400"/>
                  </a:lnTo>
                  <a:lnTo>
                    <a:pt x="3294424" y="2806700"/>
                  </a:lnTo>
                  <a:lnTo>
                    <a:pt x="2706426" y="2578100"/>
                  </a:lnTo>
                  <a:lnTo>
                    <a:pt x="2674714" y="2552700"/>
                  </a:lnTo>
                  <a:lnTo>
                    <a:pt x="2548908" y="2501900"/>
                  </a:lnTo>
                  <a:lnTo>
                    <a:pt x="2517717" y="2476500"/>
                  </a:lnTo>
                  <a:lnTo>
                    <a:pt x="2424817" y="2438400"/>
                  </a:lnTo>
                  <a:lnTo>
                    <a:pt x="2394070" y="2413000"/>
                  </a:lnTo>
                  <a:lnTo>
                    <a:pt x="2332919" y="2387600"/>
                  </a:lnTo>
                  <a:lnTo>
                    <a:pt x="2302503" y="2362200"/>
                  </a:lnTo>
                  <a:lnTo>
                    <a:pt x="2242025" y="2336800"/>
                  </a:lnTo>
                  <a:lnTo>
                    <a:pt x="2211965" y="2311400"/>
                  </a:lnTo>
                  <a:lnTo>
                    <a:pt x="2152173" y="2286000"/>
                  </a:lnTo>
                  <a:lnTo>
                    <a:pt x="2122455" y="2260600"/>
                  </a:lnTo>
                  <a:lnTo>
                    <a:pt x="2092851" y="2247900"/>
                  </a:lnTo>
                  <a:lnTo>
                    <a:pt x="2063362" y="2222500"/>
                  </a:lnTo>
                  <a:lnTo>
                    <a:pt x="2033999" y="2209800"/>
                  </a:lnTo>
                  <a:lnTo>
                    <a:pt x="2004751" y="2184400"/>
                  </a:lnTo>
                  <a:lnTo>
                    <a:pt x="1975630" y="2171700"/>
                  </a:lnTo>
                  <a:lnTo>
                    <a:pt x="1946623" y="2146300"/>
                  </a:lnTo>
                  <a:lnTo>
                    <a:pt x="1917744" y="2133600"/>
                  </a:lnTo>
                  <a:lnTo>
                    <a:pt x="1888991" y="2108200"/>
                  </a:lnTo>
                  <a:lnTo>
                    <a:pt x="1860352" y="2095500"/>
                  </a:lnTo>
                  <a:lnTo>
                    <a:pt x="1831841" y="2070100"/>
                  </a:lnTo>
                  <a:lnTo>
                    <a:pt x="1803456" y="2057400"/>
                  </a:lnTo>
                  <a:lnTo>
                    <a:pt x="1775186" y="2032000"/>
                  </a:lnTo>
                  <a:lnTo>
                    <a:pt x="1747056" y="2019300"/>
                  </a:lnTo>
                  <a:lnTo>
                    <a:pt x="1691163" y="1968500"/>
                  </a:lnTo>
                  <a:lnTo>
                    <a:pt x="1663401" y="1955800"/>
                  </a:lnTo>
                  <a:lnTo>
                    <a:pt x="1608283" y="1905000"/>
                  </a:lnTo>
                  <a:lnTo>
                    <a:pt x="1580914" y="1892300"/>
                  </a:lnTo>
                  <a:lnTo>
                    <a:pt x="1526584" y="1841500"/>
                  </a:lnTo>
                  <a:lnTo>
                    <a:pt x="1499609" y="1828800"/>
                  </a:lnTo>
                  <a:lnTo>
                    <a:pt x="1419497" y="1752600"/>
                  </a:lnTo>
                  <a:lnTo>
                    <a:pt x="1393056" y="1739900"/>
                  </a:lnTo>
                  <a:lnTo>
                    <a:pt x="1314570" y="1663700"/>
                  </a:lnTo>
                  <a:lnTo>
                    <a:pt x="1288687" y="1651000"/>
                  </a:lnTo>
                  <a:lnTo>
                    <a:pt x="1237328" y="1600200"/>
                  </a:lnTo>
                  <a:lnTo>
                    <a:pt x="1161332" y="1524000"/>
                  </a:lnTo>
                  <a:lnTo>
                    <a:pt x="1136287" y="1511300"/>
                  </a:lnTo>
                  <a:lnTo>
                    <a:pt x="1111383" y="1485900"/>
                  </a:lnTo>
                  <a:lnTo>
                    <a:pt x="1037532" y="1409700"/>
                  </a:lnTo>
                  <a:lnTo>
                    <a:pt x="964990" y="1333500"/>
                  </a:lnTo>
                  <a:lnTo>
                    <a:pt x="917365" y="1282700"/>
                  </a:lnTo>
                  <a:lnTo>
                    <a:pt x="847045" y="1206500"/>
                  </a:lnTo>
                  <a:lnTo>
                    <a:pt x="800931" y="1155700"/>
                  </a:lnTo>
                  <a:lnTo>
                    <a:pt x="755414" y="1104900"/>
                  </a:lnTo>
                  <a:lnTo>
                    <a:pt x="710507" y="1054100"/>
                  </a:lnTo>
                  <a:lnTo>
                    <a:pt x="666235" y="1003300"/>
                  </a:lnTo>
                  <a:lnTo>
                    <a:pt x="622572" y="952500"/>
                  </a:lnTo>
                  <a:lnTo>
                    <a:pt x="600995" y="914400"/>
                  </a:lnTo>
                  <a:lnTo>
                    <a:pt x="558285" y="863600"/>
                  </a:lnTo>
                  <a:lnTo>
                    <a:pt x="516222" y="812800"/>
                  </a:lnTo>
                  <a:lnTo>
                    <a:pt x="474808" y="762000"/>
                  </a:lnTo>
                  <a:lnTo>
                    <a:pt x="454348" y="723900"/>
                  </a:lnTo>
                  <a:lnTo>
                    <a:pt x="434041" y="698500"/>
                  </a:lnTo>
                  <a:lnTo>
                    <a:pt x="393934" y="647700"/>
                  </a:lnTo>
                  <a:lnTo>
                    <a:pt x="374135" y="609600"/>
                  </a:lnTo>
                  <a:lnTo>
                    <a:pt x="354501" y="584200"/>
                  </a:lnTo>
                  <a:lnTo>
                    <a:pt x="335019" y="558800"/>
                  </a:lnTo>
                  <a:lnTo>
                    <a:pt x="315715" y="533400"/>
                  </a:lnTo>
                  <a:lnTo>
                    <a:pt x="296589" y="495300"/>
                  </a:lnTo>
                  <a:lnTo>
                    <a:pt x="277615" y="469900"/>
                  </a:lnTo>
                  <a:lnTo>
                    <a:pt x="258819" y="444500"/>
                  </a:lnTo>
                  <a:lnTo>
                    <a:pt x="240201" y="419100"/>
                  </a:lnTo>
                  <a:lnTo>
                    <a:pt x="221748" y="381000"/>
                  </a:lnTo>
                  <a:lnTo>
                    <a:pt x="203460" y="355600"/>
                  </a:lnTo>
                  <a:lnTo>
                    <a:pt x="185349" y="330200"/>
                  </a:lnTo>
                  <a:lnTo>
                    <a:pt x="167417" y="292100"/>
                  </a:lnTo>
                  <a:lnTo>
                    <a:pt x="149662" y="266700"/>
                  </a:lnTo>
                  <a:lnTo>
                    <a:pt x="132073" y="241300"/>
                  </a:lnTo>
                  <a:lnTo>
                    <a:pt x="114661" y="203200"/>
                  </a:lnTo>
                  <a:lnTo>
                    <a:pt x="97427" y="177800"/>
                  </a:lnTo>
                  <a:lnTo>
                    <a:pt x="80371" y="139700"/>
                  </a:lnTo>
                  <a:lnTo>
                    <a:pt x="63493" y="114300"/>
                  </a:lnTo>
                  <a:lnTo>
                    <a:pt x="46792" y="88900"/>
                  </a:lnTo>
                  <a:lnTo>
                    <a:pt x="30270" y="50800"/>
                  </a:lnTo>
                  <a:lnTo>
                    <a:pt x="13925" y="25400"/>
                  </a:lnTo>
                  <a:lnTo>
                    <a:pt x="0" y="0"/>
                  </a:lnTo>
                  <a:lnTo>
                    <a:pt x="592016" y="0"/>
                  </a:lnTo>
                  <a:lnTo>
                    <a:pt x="608983" y="25400"/>
                  </a:lnTo>
                  <a:lnTo>
                    <a:pt x="608196" y="25400"/>
                  </a:lnTo>
                  <a:lnTo>
                    <a:pt x="625328" y="63500"/>
                  </a:lnTo>
                  <a:lnTo>
                    <a:pt x="630281" y="63500"/>
                  </a:lnTo>
                  <a:lnTo>
                    <a:pt x="641813" y="88900"/>
                  </a:lnTo>
                  <a:lnTo>
                    <a:pt x="641000" y="88900"/>
                  </a:lnTo>
                  <a:lnTo>
                    <a:pt x="658475" y="114300"/>
                  </a:lnTo>
                  <a:lnTo>
                    <a:pt x="657650" y="114300"/>
                  </a:lnTo>
                  <a:lnTo>
                    <a:pt x="675277" y="139700"/>
                  </a:lnTo>
                  <a:lnTo>
                    <a:pt x="674452" y="139700"/>
                  </a:lnTo>
                  <a:lnTo>
                    <a:pt x="692244" y="165100"/>
                  </a:lnTo>
                  <a:lnTo>
                    <a:pt x="691406" y="165100"/>
                  </a:lnTo>
                  <a:lnTo>
                    <a:pt x="709364" y="190500"/>
                  </a:lnTo>
                  <a:lnTo>
                    <a:pt x="708526" y="190500"/>
                  </a:lnTo>
                  <a:lnTo>
                    <a:pt x="726636" y="215900"/>
                  </a:lnTo>
                  <a:lnTo>
                    <a:pt x="725798" y="215900"/>
                  </a:lnTo>
                  <a:lnTo>
                    <a:pt x="744073" y="241300"/>
                  </a:lnTo>
                  <a:lnTo>
                    <a:pt x="743222" y="241300"/>
                  </a:lnTo>
                  <a:lnTo>
                    <a:pt x="761663" y="266700"/>
                  </a:lnTo>
                  <a:lnTo>
                    <a:pt x="760799" y="266700"/>
                  </a:lnTo>
                  <a:lnTo>
                    <a:pt x="779392" y="292100"/>
                  </a:lnTo>
                  <a:lnTo>
                    <a:pt x="778528" y="292100"/>
                  </a:lnTo>
                  <a:lnTo>
                    <a:pt x="797286" y="317500"/>
                  </a:lnTo>
                  <a:lnTo>
                    <a:pt x="796410" y="317500"/>
                  </a:lnTo>
                  <a:lnTo>
                    <a:pt x="815333" y="342900"/>
                  </a:lnTo>
                  <a:lnTo>
                    <a:pt x="814444" y="342900"/>
                  </a:lnTo>
                  <a:lnTo>
                    <a:pt x="833519" y="368300"/>
                  </a:lnTo>
                  <a:lnTo>
                    <a:pt x="832630" y="368300"/>
                  </a:lnTo>
                  <a:lnTo>
                    <a:pt x="851871" y="406400"/>
                  </a:lnTo>
                  <a:lnTo>
                    <a:pt x="857433" y="406400"/>
                  </a:lnTo>
                  <a:lnTo>
                    <a:pt x="870362" y="431800"/>
                  </a:lnTo>
                  <a:lnTo>
                    <a:pt x="875975" y="431800"/>
                  </a:lnTo>
                  <a:lnTo>
                    <a:pt x="889006" y="457200"/>
                  </a:lnTo>
                  <a:lnTo>
                    <a:pt x="894661" y="457200"/>
                  </a:lnTo>
                  <a:lnTo>
                    <a:pt x="907802" y="482600"/>
                  </a:lnTo>
                  <a:lnTo>
                    <a:pt x="916806" y="482600"/>
                  </a:lnTo>
                  <a:lnTo>
                    <a:pt x="926737" y="495300"/>
                  </a:lnTo>
                  <a:lnTo>
                    <a:pt x="925810" y="495300"/>
                  </a:lnTo>
                  <a:lnTo>
                    <a:pt x="945838" y="520700"/>
                  </a:lnTo>
                  <a:lnTo>
                    <a:pt x="944898" y="520700"/>
                  </a:lnTo>
                  <a:lnTo>
                    <a:pt x="965066" y="546100"/>
                  </a:lnTo>
                  <a:lnTo>
                    <a:pt x="964126" y="546100"/>
                  </a:lnTo>
                  <a:lnTo>
                    <a:pt x="984446" y="571500"/>
                  </a:lnTo>
                  <a:lnTo>
                    <a:pt x="983494" y="571500"/>
                  </a:lnTo>
                  <a:lnTo>
                    <a:pt x="1003979" y="596900"/>
                  </a:lnTo>
                  <a:lnTo>
                    <a:pt x="1003013" y="596900"/>
                  </a:lnTo>
                  <a:lnTo>
                    <a:pt x="1023651" y="622300"/>
                  </a:lnTo>
                  <a:lnTo>
                    <a:pt x="1022686" y="622300"/>
                  </a:lnTo>
                  <a:lnTo>
                    <a:pt x="1043463" y="647700"/>
                  </a:lnTo>
                  <a:lnTo>
                    <a:pt x="1042498" y="647700"/>
                  </a:lnTo>
                  <a:lnTo>
                    <a:pt x="1063427" y="673100"/>
                  </a:lnTo>
                  <a:lnTo>
                    <a:pt x="1062449" y="673100"/>
                  </a:lnTo>
                  <a:lnTo>
                    <a:pt x="1083531" y="698500"/>
                  </a:lnTo>
                  <a:lnTo>
                    <a:pt x="1082541" y="698500"/>
                  </a:lnTo>
                  <a:lnTo>
                    <a:pt x="1103775" y="723900"/>
                  </a:lnTo>
                  <a:lnTo>
                    <a:pt x="1102785" y="723900"/>
                  </a:lnTo>
                  <a:lnTo>
                    <a:pt x="1124159" y="749300"/>
                  </a:lnTo>
                  <a:lnTo>
                    <a:pt x="1123155" y="749300"/>
                  </a:lnTo>
                  <a:lnTo>
                    <a:pt x="1144682" y="774700"/>
                  </a:lnTo>
                  <a:lnTo>
                    <a:pt x="1143679" y="774700"/>
                  </a:lnTo>
                  <a:lnTo>
                    <a:pt x="1165358" y="800100"/>
                  </a:lnTo>
                  <a:lnTo>
                    <a:pt x="1175251" y="800100"/>
                  </a:lnTo>
                  <a:lnTo>
                    <a:pt x="1186160" y="812800"/>
                  </a:lnTo>
                  <a:lnTo>
                    <a:pt x="1185144" y="812800"/>
                  </a:lnTo>
                  <a:lnTo>
                    <a:pt x="1207102" y="838200"/>
                  </a:lnTo>
                  <a:lnTo>
                    <a:pt x="1206086" y="838200"/>
                  </a:lnTo>
                  <a:lnTo>
                    <a:pt x="1228197" y="863600"/>
                  </a:lnTo>
                  <a:lnTo>
                    <a:pt x="1227156" y="863600"/>
                  </a:lnTo>
                  <a:lnTo>
                    <a:pt x="1249419" y="889000"/>
                  </a:lnTo>
                  <a:lnTo>
                    <a:pt x="1248377" y="889000"/>
                  </a:lnTo>
                  <a:lnTo>
                    <a:pt x="1270780" y="914400"/>
                  </a:lnTo>
                  <a:lnTo>
                    <a:pt x="1269726" y="914400"/>
                  </a:lnTo>
                  <a:lnTo>
                    <a:pt x="1292269" y="939800"/>
                  </a:lnTo>
                  <a:lnTo>
                    <a:pt x="1302556" y="939800"/>
                  </a:lnTo>
                  <a:lnTo>
                    <a:pt x="1313897" y="952500"/>
                  </a:lnTo>
                  <a:lnTo>
                    <a:pt x="1312843" y="952500"/>
                  </a:lnTo>
                  <a:lnTo>
                    <a:pt x="1335665" y="977900"/>
                  </a:lnTo>
                  <a:lnTo>
                    <a:pt x="1334610" y="977900"/>
                  </a:lnTo>
                  <a:lnTo>
                    <a:pt x="1357572" y="1003300"/>
                  </a:lnTo>
                  <a:lnTo>
                    <a:pt x="1356505" y="1003300"/>
                  </a:lnTo>
                  <a:lnTo>
                    <a:pt x="1379607" y="1028700"/>
                  </a:lnTo>
                  <a:lnTo>
                    <a:pt x="1378527" y="1028700"/>
                  </a:lnTo>
                  <a:lnTo>
                    <a:pt x="1401781" y="1041400"/>
                  </a:lnTo>
                  <a:lnTo>
                    <a:pt x="1400689" y="1041400"/>
                  </a:lnTo>
                  <a:lnTo>
                    <a:pt x="1424069" y="1066800"/>
                  </a:lnTo>
                  <a:lnTo>
                    <a:pt x="1422990" y="1066800"/>
                  </a:lnTo>
                  <a:lnTo>
                    <a:pt x="1446510" y="1092200"/>
                  </a:lnTo>
                  <a:lnTo>
                    <a:pt x="1445418" y="1092200"/>
                  </a:lnTo>
                  <a:lnTo>
                    <a:pt x="1469078" y="1117600"/>
                  </a:lnTo>
                  <a:lnTo>
                    <a:pt x="1467973" y="1117600"/>
                  </a:lnTo>
                  <a:lnTo>
                    <a:pt x="1491773" y="1130300"/>
                  </a:lnTo>
                  <a:lnTo>
                    <a:pt x="1490655" y="1130300"/>
                  </a:lnTo>
                  <a:lnTo>
                    <a:pt x="1514595" y="1155700"/>
                  </a:lnTo>
                  <a:lnTo>
                    <a:pt x="1513477" y="1155700"/>
                  </a:lnTo>
                  <a:lnTo>
                    <a:pt x="1537544" y="1181100"/>
                  </a:lnTo>
                  <a:lnTo>
                    <a:pt x="1536426" y="1181100"/>
                  </a:lnTo>
                  <a:lnTo>
                    <a:pt x="1560632" y="1193800"/>
                  </a:lnTo>
                  <a:lnTo>
                    <a:pt x="1559502" y="1193800"/>
                  </a:lnTo>
                  <a:lnTo>
                    <a:pt x="1583835" y="1219200"/>
                  </a:lnTo>
                  <a:lnTo>
                    <a:pt x="1582705" y="1219200"/>
                  </a:lnTo>
                  <a:lnTo>
                    <a:pt x="1607178" y="1244600"/>
                  </a:lnTo>
                  <a:lnTo>
                    <a:pt x="1606035" y="1244600"/>
                  </a:lnTo>
                  <a:lnTo>
                    <a:pt x="1630635" y="1257300"/>
                  </a:lnTo>
                  <a:lnTo>
                    <a:pt x="1629492" y="1257300"/>
                  </a:lnTo>
                  <a:lnTo>
                    <a:pt x="1654231" y="1282700"/>
                  </a:lnTo>
                  <a:lnTo>
                    <a:pt x="1653076" y="1282700"/>
                  </a:lnTo>
                  <a:lnTo>
                    <a:pt x="1677942" y="1308100"/>
                  </a:lnTo>
                  <a:lnTo>
                    <a:pt x="1676787" y="1308100"/>
                  </a:lnTo>
                  <a:lnTo>
                    <a:pt x="1701780" y="1320800"/>
                  </a:lnTo>
                  <a:lnTo>
                    <a:pt x="1700624" y="1320800"/>
                  </a:lnTo>
                  <a:lnTo>
                    <a:pt x="1725745" y="1346200"/>
                  </a:lnTo>
                  <a:lnTo>
                    <a:pt x="1724577" y="1346200"/>
                  </a:lnTo>
                  <a:lnTo>
                    <a:pt x="1749837" y="1358900"/>
                  </a:lnTo>
                  <a:lnTo>
                    <a:pt x="1748656" y="1358900"/>
                  </a:lnTo>
                  <a:lnTo>
                    <a:pt x="1774043" y="1384300"/>
                  </a:lnTo>
                  <a:lnTo>
                    <a:pt x="1772862" y="1384300"/>
                  </a:lnTo>
                  <a:lnTo>
                    <a:pt x="1798376" y="1409700"/>
                  </a:lnTo>
                  <a:lnTo>
                    <a:pt x="1797195" y="1409700"/>
                  </a:lnTo>
                  <a:lnTo>
                    <a:pt x="1822837" y="1422400"/>
                  </a:lnTo>
                  <a:lnTo>
                    <a:pt x="1821630" y="1422400"/>
                  </a:lnTo>
                  <a:lnTo>
                    <a:pt x="1847411" y="1447800"/>
                  </a:lnTo>
                  <a:lnTo>
                    <a:pt x="1846205" y="1447800"/>
                  </a:lnTo>
                  <a:lnTo>
                    <a:pt x="1872100" y="1460500"/>
                  </a:lnTo>
                  <a:lnTo>
                    <a:pt x="1870893" y="1460500"/>
                  </a:lnTo>
                  <a:lnTo>
                    <a:pt x="1896916" y="1485900"/>
                  </a:lnTo>
                  <a:lnTo>
                    <a:pt x="1895696" y="1485900"/>
                  </a:lnTo>
                  <a:lnTo>
                    <a:pt x="1921846" y="1498600"/>
                  </a:lnTo>
                  <a:lnTo>
                    <a:pt x="1920627" y="1498600"/>
                  </a:lnTo>
                  <a:lnTo>
                    <a:pt x="1946903" y="1524000"/>
                  </a:lnTo>
                  <a:lnTo>
                    <a:pt x="1945671" y="1524000"/>
                  </a:lnTo>
                  <a:lnTo>
                    <a:pt x="1972062" y="1536700"/>
                  </a:lnTo>
                  <a:lnTo>
                    <a:pt x="1970830" y="1536700"/>
                  </a:lnTo>
                  <a:lnTo>
                    <a:pt x="1997347" y="1562100"/>
                  </a:lnTo>
                  <a:lnTo>
                    <a:pt x="1996115" y="1562100"/>
                  </a:lnTo>
                  <a:lnTo>
                    <a:pt x="2022747" y="1574800"/>
                  </a:lnTo>
                  <a:lnTo>
                    <a:pt x="2021503" y="1574800"/>
                  </a:lnTo>
                  <a:lnTo>
                    <a:pt x="2048274" y="1600200"/>
                  </a:lnTo>
                  <a:lnTo>
                    <a:pt x="2047017" y="1600200"/>
                  </a:lnTo>
                  <a:lnTo>
                    <a:pt x="2073903" y="1612900"/>
                  </a:lnTo>
                  <a:lnTo>
                    <a:pt x="2072646" y="1612900"/>
                  </a:lnTo>
                  <a:lnTo>
                    <a:pt x="2099646" y="1638300"/>
                  </a:lnTo>
                  <a:lnTo>
                    <a:pt x="2111946" y="1638300"/>
                  </a:lnTo>
                  <a:lnTo>
                    <a:pt x="2125503" y="1651000"/>
                  </a:lnTo>
                  <a:lnTo>
                    <a:pt x="2124233" y="1651000"/>
                  </a:lnTo>
                  <a:lnTo>
                    <a:pt x="2151474" y="1663700"/>
                  </a:lnTo>
                  <a:lnTo>
                    <a:pt x="2150204" y="1663700"/>
                  </a:lnTo>
                  <a:lnTo>
                    <a:pt x="2177560" y="1689100"/>
                  </a:lnTo>
                  <a:lnTo>
                    <a:pt x="2176278" y="1689100"/>
                  </a:lnTo>
                  <a:lnTo>
                    <a:pt x="2203760" y="1701800"/>
                  </a:lnTo>
                  <a:lnTo>
                    <a:pt x="2202478" y="1701800"/>
                  </a:lnTo>
                  <a:lnTo>
                    <a:pt x="2230062" y="1727200"/>
                  </a:lnTo>
                  <a:lnTo>
                    <a:pt x="2242629" y="1727200"/>
                  </a:lnTo>
                  <a:lnTo>
                    <a:pt x="2256478" y="1739900"/>
                  </a:lnTo>
                  <a:lnTo>
                    <a:pt x="2255183" y="1739900"/>
                  </a:lnTo>
                  <a:lnTo>
                    <a:pt x="2283008" y="1752600"/>
                  </a:lnTo>
                  <a:lnTo>
                    <a:pt x="2281713" y="1752600"/>
                  </a:lnTo>
                  <a:lnTo>
                    <a:pt x="2309640" y="1778000"/>
                  </a:lnTo>
                  <a:lnTo>
                    <a:pt x="2308332" y="1778000"/>
                  </a:lnTo>
                  <a:lnTo>
                    <a:pt x="2336386" y="1790700"/>
                  </a:lnTo>
                  <a:lnTo>
                    <a:pt x="2335078" y="1790700"/>
                  </a:lnTo>
                  <a:lnTo>
                    <a:pt x="2363247" y="1803400"/>
                  </a:lnTo>
                  <a:lnTo>
                    <a:pt x="2361926" y="1803400"/>
                  </a:lnTo>
                  <a:lnTo>
                    <a:pt x="2390196" y="1828800"/>
                  </a:lnTo>
                  <a:lnTo>
                    <a:pt x="2403068" y="1828800"/>
                  </a:lnTo>
                  <a:lnTo>
                    <a:pt x="2417260" y="1841500"/>
                  </a:lnTo>
                  <a:lnTo>
                    <a:pt x="2415939" y="1841500"/>
                  </a:lnTo>
                  <a:lnTo>
                    <a:pt x="2444438" y="1854200"/>
                  </a:lnTo>
                  <a:lnTo>
                    <a:pt x="2443105" y="1854200"/>
                  </a:lnTo>
                  <a:lnTo>
                    <a:pt x="2471718" y="1866900"/>
                  </a:lnTo>
                  <a:lnTo>
                    <a:pt x="2470371" y="1866900"/>
                  </a:lnTo>
                  <a:lnTo>
                    <a:pt x="2499099" y="1892300"/>
                  </a:lnTo>
                  <a:lnTo>
                    <a:pt x="2497753" y="1892300"/>
                  </a:lnTo>
                  <a:lnTo>
                    <a:pt x="2526582" y="1905000"/>
                  </a:lnTo>
                  <a:lnTo>
                    <a:pt x="2525223" y="1905000"/>
                  </a:lnTo>
                  <a:lnTo>
                    <a:pt x="2554166" y="1917700"/>
                  </a:lnTo>
                  <a:lnTo>
                    <a:pt x="2552807" y="1917700"/>
                  </a:lnTo>
                  <a:lnTo>
                    <a:pt x="2581852" y="1930400"/>
                  </a:lnTo>
                  <a:lnTo>
                    <a:pt x="2580493" y="1930400"/>
                  </a:lnTo>
                  <a:lnTo>
                    <a:pt x="2609652" y="1943100"/>
                  </a:lnTo>
                  <a:lnTo>
                    <a:pt x="2608281" y="1943100"/>
                  </a:lnTo>
                  <a:lnTo>
                    <a:pt x="2637542" y="1968500"/>
                  </a:lnTo>
                  <a:lnTo>
                    <a:pt x="2636170" y="1968500"/>
                  </a:lnTo>
                  <a:lnTo>
                    <a:pt x="2665532" y="1981200"/>
                  </a:lnTo>
                  <a:lnTo>
                    <a:pt x="2664148" y="1981200"/>
                  </a:lnTo>
                  <a:lnTo>
                    <a:pt x="2693625" y="1993900"/>
                  </a:lnTo>
                  <a:lnTo>
                    <a:pt x="2692240" y="1993900"/>
                  </a:lnTo>
                  <a:lnTo>
                    <a:pt x="2721819" y="2006600"/>
                  </a:lnTo>
                  <a:lnTo>
                    <a:pt x="2720434" y="2006600"/>
                  </a:lnTo>
                  <a:lnTo>
                    <a:pt x="2750114" y="2019300"/>
                  </a:lnTo>
                  <a:lnTo>
                    <a:pt x="2748717" y="2019300"/>
                  </a:lnTo>
                  <a:lnTo>
                    <a:pt x="2778499" y="2032000"/>
                  </a:lnTo>
                  <a:lnTo>
                    <a:pt x="2777102" y="2032000"/>
                  </a:lnTo>
                  <a:lnTo>
                    <a:pt x="2806985" y="2044700"/>
                  </a:lnTo>
                  <a:lnTo>
                    <a:pt x="2805588" y="2044700"/>
                  </a:lnTo>
                  <a:lnTo>
                    <a:pt x="2835573" y="2070100"/>
                  </a:lnTo>
                  <a:lnTo>
                    <a:pt x="2834163" y="2070100"/>
                  </a:lnTo>
                  <a:lnTo>
                    <a:pt x="2864249" y="2082800"/>
                  </a:lnTo>
                  <a:lnTo>
                    <a:pt x="2862840" y="2082800"/>
                  </a:lnTo>
                  <a:lnTo>
                    <a:pt x="2893027" y="2095500"/>
                  </a:lnTo>
                  <a:lnTo>
                    <a:pt x="2891605" y="2095500"/>
                  </a:lnTo>
                  <a:lnTo>
                    <a:pt x="2921895" y="2108200"/>
                  </a:lnTo>
                  <a:lnTo>
                    <a:pt x="2920472" y="2108200"/>
                  </a:lnTo>
                  <a:lnTo>
                    <a:pt x="2950863" y="2120900"/>
                  </a:lnTo>
                  <a:lnTo>
                    <a:pt x="2949428" y="2120900"/>
                  </a:lnTo>
                  <a:lnTo>
                    <a:pt x="2979921" y="2133600"/>
                  </a:lnTo>
                  <a:lnTo>
                    <a:pt x="2978486" y="2133600"/>
                  </a:lnTo>
                  <a:lnTo>
                    <a:pt x="3009067" y="2146300"/>
                  </a:lnTo>
                  <a:lnTo>
                    <a:pt x="3007620" y="2146300"/>
                  </a:lnTo>
                  <a:lnTo>
                    <a:pt x="3038315" y="2159000"/>
                  </a:lnTo>
                  <a:lnTo>
                    <a:pt x="3036868" y="2159000"/>
                  </a:lnTo>
                  <a:lnTo>
                    <a:pt x="3067640" y="2171700"/>
                  </a:lnTo>
                  <a:lnTo>
                    <a:pt x="3066192" y="2171700"/>
                  </a:lnTo>
                  <a:lnTo>
                    <a:pt x="3097066" y="2184400"/>
                  </a:lnTo>
                  <a:lnTo>
                    <a:pt x="3095618" y="2184400"/>
                  </a:lnTo>
                  <a:lnTo>
                    <a:pt x="3126580" y="2197100"/>
                  </a:lnTo>
                  <a:lnTo>
                    <a:pt x="3125120" y="2197100"/>
                  </a:lnTo>
                  <a:lnTo>
                    <a:pt x="3156184" y="2209800"/>
                  </a:lnTo>
                  <a:lnTo>
                    <a:pt x="3154724" y="2209800"/>
                  </a:lnTo>
                  <a:lnTo>
                    <a:pt x="3185889" y="2222500"/>
                  </a:lnTo>
                  <a:lnTo>
                    <a:pt x="3184416" y="2222500"/>
                  </a:lnTo>
                  <a:lnTo>
                    <a:pt x="3215671" y="2235200"/>
                  </a:lnTo>
                  <a:lnTo>
                    <a:pt x="3244055" y="2235200"/>
                  </a:lnTo>
                  <a:lnTo>
                    <a:pt x="3275501" y="2247900"/>
                  </a:lnTo>
                  <a:lnTo>
                    <a:pt x="3274015" y="2247900"/>
                  </a:lnTo>
                  <a:lnTo>
                    <a:pt x="3305536" y="2260600"/>
                  </a:lnTo>
                  <a:lnTo>
                    <a:pt x="3304050" y="2260600"/>
                  </a:lnTo>
                  <a:lnTo>
                    <a:pt x="3335673" y="2273300"/>
                  </a:lnTo>
                  <a:lnTo>
                    <a:pt x="3334175" y="2273300"/>
                  </a:lnTo>
                  <a:lnTo>
                    <a:pt x="3365887" y="2286000"/>
                  </a:lnTo>
                  <a:lnTo>
                    <a:pt x="3364388" y="2286000"/>
                  </a:lnTo>
                  <a:lnTo>
                    <a:pt x="3396189" y="2298700"/>
                  </a:lnTo>
                  <a:lnTo>
                    <a:pt x="3394690" y="2298700"/>
                  </a:lnTo>
                  <a:lnTo>
                    <a:pt x="3426567" y="2311400"/>
                  </a:lnTo>
                  <a:lnTo>
                    <a:pt x="3455536" y="2311400"/>
                  </a:lnTo>
                  <a:lnTo>
                    <a:pt x="3487591" y="2324100"/>
                  </a:lnTo>
                  <a:lnTo>
                    <a:pt x="3486079" y="2324100"/>
                  </a:lnTo>
                  <a:lnTo>
                    <a:pt x="3518223" y="2336800"/>
                  </a:lnTo>
                  <a:lnTo>
                    <a:pt x="3516699" y="2336800"/>
                  </a:lnTo>
                  <a:lnTo>
                    <a:pt x="3548932" y="2349500"/>
                  </a:lnTo>
                  <a:lnTo>
                    <a:pt x="3578205" y="2349500"/>
                  </a:lnTo>
                  <a:lnTo>
                    <a:pt x="3610603" y="2362200"/>
                  </a:lnTo>
                  <a:lnTo>
                    <a:pt x="3609079" y="2362200"/>
                  </a:lnTo>
                  <a:lnTo>
                    <a:pt x="3641565" y="2374900"/>
                  </a:lnTo>
                  <a:lnTo>
                    <a:pt x="3640029" y="2374900"/>
                  </a:lnTo>
                  <a:lnTo>
                    <a:pt x="3672604" y="2387600"/>
                  </a:lnTo>
                  <a:lnTo>
                    <a:pt x="3702170" y="2387600"/>
                  </a:lnTo>
                  <a:lnTo>
                    <a:pt x="3734898" y="2400300"/>
                  </a:lnTo>
                  <a:lnTo>
                    <a:pt x="3733361" y="2400300"/>
                  </a:lnTo>
                  <a:lnTo>
                    <a:pt x="3766178" y="2413000"/>
                  </a:lnTo>
                  <a:lnTo>
                    <a:pt x="3795959" y="2413000"/>
                  </a:lnTo>
                  <a:lnTo>
                    <a:pt x="3828941" y="2425700"/>
                  </a:lnTo>
                  <a:lnTo>
                    <a:pt x="3858875" y="2425700"/>
                  </a:lnTo>
                  <a:lnTo>
                    <a:pt x="3876490" y="2438400"/>
                  </a:lnTo>
                  <a:lnTo>
                    <a:pt x="3876490" y="2959100"/>
                  </a:lnTo>
                  <a:close/>
                </a:path>
                <a:path w="3876675" h="2959100">
                  <a:moveTo>
                    <a:pt x="630281" y="63500"/>
                  </a:moveTo>
                  <a:lnTo>
                    <a:pt x="625328" y="63500"/>
                  </a:lnTo>
                  <a:lnTo>
                    <a:pt x="624515" y="50800"/>
                  </a:lnTo>
                  <a:lnTo>
                    <a:pt x="630281" y="63500"/>
                  </a:lnTo>
                  <a:close/>
                </a:path>
                <a:path w="3876675" h="2959100">
                  <a:moveTo>
                    <a:pt x="857433" y="406400"/>
                  </a:moveTo>
                  <a:lnTo>
                    <a:pt x="851871" y="406400"/>
                  </a:lnTo>
                  <a:lnTo>
                    <a:pt x="850969" y="393700"/>
                  </a:lnTo>
                  <a:lnTo>
                    <a:pt x="857433" y="406400"/>
                  </a:lnTo>
                  <a:close/>
                </a:path>
                <a:path w="3876675" h="2959100">
                  <a:moveTo>
                    <a:pt x="875975" y="431800"/>
                  </a:moveTo>
                  <a:lnTo>
                    <a:pt x="870362" y="431800"/>
                  </a:lnTo>
                  <a:lnTo>
                    <a:pt x="869460" y="419100"/>
                  </a:lnTo>
                  <a:lnTo>
                    <a:pt x="875975" y="431800"/>
                  </a:lnTo>
                  <a:close/>
                </a:path>
                <a:path w="3876675" h="2959100">
                  <a:moveTo>
                    <a:pt x="894661" y="457200"/>
                  </a:moveTo>
                  <a:lnTo>
                    <a:pt x="889006" y="457200"/>
                  </a:lnTo>
                  <a:lnTo>
                    <a:pt x="888091" y="444500"/>
                  </a:lnTo>
                  <a:lnTo>
                    <a:pt x="894661" y="457200"/>
                  </a:lnTo>
                  <a:close/>
                </a:path>
                <a:path w="3876675" h="2959100">
                  <a:moveTo>
                    <a:pt x="916806" y="482600"/>
                  </a:moveTo>
                  <a:lnTo>
                    <a:pt x="907802" y="482600"/>
                  </a:lnTo>
                  <a:lnTo>
                    <a:pt x="906874" y="469900"/>
                  </a:lnTo>
                  <a:lnTo>
                    <a:pt x="916806" y="482600"/>
                  </a:lnTo>
                  <a:close/>
                </a:path>
                <a:path w="3876675" h="2959100">
                  <a:moveTo>
                    <a:pt x="1175251" y="800100"/>
                  </a:moveTo>
                  <a:lnTo>
                    <a:pt x="1165358" y="800100"/>
                  </a:lnTo>
                  <a:lnTo>
                    <a:pt x="1164342" y="787400"/>
                  </a:lnTo>
                  <a:lnTo>
                    <a:pt x="1175251" y="800100"/>
                  </a:lnTo>
                  <a:close/>
                </a:path>
                <a:path w="3876675" h="2959100">
                  <a:moveTo>
                    <a:pt x="1302556" y="939800"/>
                  </a:moveTo>
                  <a:lnTo>
                    <a:pt x="1292269" y="939800"/>
                  </a:lnTo>
                  <a:lnTo>
                    <a:pt x="1291215" y="927100"/>
                  </a:lnTo>
                  <a:lnTo>
                    <a:pt x="1302556" y="939800"/>
                  </a:lnTo>
                  <a:close/>
                </a:path>
                <a:path w="3876675" h="2959100">
                  <a:moveTo>
                    <a:pt x="2111946" y="1638300"/>
                  </a:moveTo>
                  <a:lnTo>
                    <a:pt x="2099646" y="1638300"/>
                  </a:lnTo>
                  <a:lnTo>
                    <a:pt x="2098388" y="1625600"/>
                  </a:lnTo>
                  <a:lnTo>
                    <a:pt x="2111946" y="1638300"/>
                  </a:lnTo>
                  <a:close/>
                </a:path>
                <a:path w="3876675" h="2959100">
                  <a:moveTo>
                    <a:pt x="2242629" y="1727200"/>
                  </a:moveTo>
                  <a:lnTo>
                    <a:pt x="2230062" y="1727200"/>
                  </a:lnTo>
                  <a:lnTo>
                    <a:pt x="2228779" y="1714500"/>
                  </a:lnTo>
                  <a:lnTo>
                    <a:pt x="2242629" y="1727200"/>
                  </a:lnTo>
                  <a:close/>
                </a:path>
                <a:path w="3876675" h="2959100">
                  <a:moveTo>
                    <a:pt x="2403068" y="1828800"/>
                  </a:moveTo>
                  <a:lnTo>
                    <a:pt x="2390196" y="1828800"/>
                  </a:lnTo>
                  <a:lnTo>
                    <a:pt x="2388876" y="1816100"/>
                  </a:lnTo>
                  <a:lnTo>
                    <a:pt x="2403068" y="1828800"/>
                  </a:lnTo>
                  <a:close/>
                </a:path>
                <a:path w="3876675" h="2959100">
                  <a:moveTo>
                    <a:pt x="3245541" y="2235200"/>
                  </a:moveTo>
                  <a:lnTo>
                    <a:pt x="3215671" y="2235200"/>
                  </a:lnTo>
                  <a:lnTo>
                    <a:pt x="3214198" y="2222500"/>
                  </a:lnTo>
                  <a:lnTo>
                    <a:pt x="3245541" y="2235200"/>
                  </a:lnTo>
                  <a:close/>
                </a:path>
              </a:pathLst>
            </a:custGeom>
            <a:solidFill>
              <a:srgbClr val="FC611F">
                <a:alpha val="11799"/>
              </a:srgbClr>
            </a:solidFill>
          </p:spPr>
          <p:txBody>
            <a:bodyPr wrap="square" lIns="0" tIns="0" rIns="0" bIns="0" rtlCol="0"/>
            <a:lstStyle/>
            <a:p>
              <a:endParaRPr/>
            </a:p>
          </p:txBody>
        </p:sp>
        <p:pic>
          <p:nvPicPr>
            <p:cNvPr id="17" name="object 17"/>
            <p:cNvPicPr/>
            <p:nvPr/>
          </p:nvPicPr>
          <p:blipFill>
            <a:blip r:embed="rId6" cstate="print"/>
            <a:stretch>
              <a:fillRect/>
            </a:stretch>
          </p:blipFill>
          <p:spPr>
            <a:xfrm>
              <a:off x="3276600" y="2324100"/>
              <a:ext cx="12778740" cy="6202680"/>
            </a:xfrm>
            <a:prstGeom prst="rect">
              <a:avLst/>
            </a:prstGeom>
          </p:spPr>
        </p:pic>
        <p:sp>
          <p:nvSpPr>
            <p:cNvPr id="18" name="object 18"/>
            <p:cNvSpPr/>
            <p:nvPr/>
          </p:nvSpPr>
          <p:spPr>
            <a:xfrm>
              <a:off x="3267075" y="2314575"/>
              <a:ext cx="12797790" cy="6221730"/>
            </a:xfrm>
            <a:custGeom>
              <a:avLst/>
              <a:gdLst/>
              <a:ahLst/>
              <a:cxnLst/>
              <a:rect l="l" t="t" r="r" b="b"/>
              <a:pathLst>
                <a:path w="12797790" h="6221730">
                  <a:moveTo>
                    <a:pt x="12793027" y="6221730"/>
                  </a:moveTo>
                  <a:lnTo>
                    <a:pt x="4762" y="6221730"/>
                  </a:lnTo>
                  <a:lnTo>
                    <a:pt x="3289" y="6221501"/>
                  </a:lnTo>
                  <a:lnTo>
                    <a:pt x="1968" y="6220815"/>
                  </a:lnTo>
                  <a:lnTo>
                    <a:pt x="914" y="6219761"/>
                  </a:lnTo>
                  <a:lnTo>
                    <a:pt x="228" y="6218440"/>
                  </a:lnTo>
                  <a:lnTo>
                    <a:pt x="0" y="6216967"/>
                  </a:lnTo>
                  <a:lnTo>
                    <a:pt x="0" y="4762"/>
                  </a:lnTo>
                  <a:lnTo>
                    <a:pt x="4762" y="0"/>
                  </a:lnTo>
                  <a:lnTo>
                    <a:pt x="12793027" y="0"/>
                  </a:lnTo>
                  <a:lnTo>
                    <a:pt x="12797790" y="4762"/>
                  </a:lnTo>
                  <a:lnTo>
                    <a:pt x="9525" y="4762"/>
                  </a:lnTo>
                  <a:lnTo>
                    <a:pt x="4762" y="9525"/>
                  </a:lnTo>
                  <a:lnTo>
                    <a:pt x="9525" y="9525"/>
                  </a:lnTo>
                  <a:lnTo>
                    <a:pt x="9525" y="6212205"/>
                  </a:lnTo>
                  <a:lnTo>
                    <a:pt x="4762" y="6212205"/>
                  </a:lnTo>
                  <a:lnTo>
                    <a:pt x="9525" y="6216967"/>
                  </a:lnTo>
                  <a:lnTo>
                    <a:pt x="12797790" y="6216967"/>
                  </a:lnTo>
                  <a:lnTo>
                    <a:pt x="12797561" y="6218440"/>
                  </a:lnTo>
                  <a:lnTo>
                    <a:pt x="12796875" y="6219761"/>
                  </a:lnTo>
                  <a:lnTo>
                    <a:pt x="12795821" y="6220815"/>
                  </a:lnTo>
                  <a:lnTo>
                    <a:pt x="12794500" y="6221501"/>
                  </a:lnTo>
                  <a:lnTo>
                    <a:pt x="12793027" y="6221730"/>
                  </a:lnTo>
                  <a:close/>
                </a:path>
                <a:path w="12797790" h="6221730">
                  <a:moveTo>
                    <a:pt x="9525" y="9525"/>
                  </a:moveTo>
                  <a:lnTo>
                    <a:pt x="4762" y="9525"/>
                  </a:lnTo>
                  <a:lnTo>
                    <a:pt x="9525" y="4762"/>
                  </a:lnTo>
                  <a:lnTo>
                    <a:pt x="9525" y="9525"/>
                  </a:lnTo>
                  <a:close/>
                </a:path>
                <a:path w="12797790" h="6221730">
                  <a:moveTo>
                    <a:pt x="12788265" y="9525"/>
                  </a:moveTo>
                  <a:lnTo>
                    <a:pt x="9525" y="9525"/>
                  </a:lnTo>
                  <a:lnTo>
                    <a:pt x="9525" y="4762"/>
                  </a:lnTo>
                  <a:lnTo>
                    <a:pt x="12788265" y="4762"/>
                  </a:lnTo>
                  <a:lnTo>
                    <a:pt x="12788265" y="9525"/>
                  </a:lnTo>
                  <a:close/>
                </a:path>
                <a:path w="12797790" h="6221730">
                  <a:moveTo>
                    <a:pt x="12788265" y="6216967"/>
                  </a:moveTo>
                  <a:lnTo>
                    <a:pt x="12788265" y="4762"/>
                  </a:lnTo>
                  <a:lnTo>
                    <a:pt x="12793027" y="9525"/>
                  </a:lnTo>
                  <a:lnTo>
                    <a:pt x="12797790" y="9525"/>
                  </a:lnTo>
                  <a:lnTo>
                    <a:pt x="12797790" y="6212205"/>
                  </a:lnTo>
                  <a:lnTo>
                    <a:pt x="12793027" y="6212205"/>
                  </a:lnTo>
                  <a:lnTo>
                    <a:pt x="12788265" y="6216967"/>
                  </a:lnTo>
                  <a:close/>
                </a:path>
                <a:path w="12797790" h="6221730">
                  <a:moveTo>
                    <a:pt x="12797790" y="9525"/>
                  </a:moveTo>
                  <a:lnTo>
                    <a:pt x="12793027" y="9525"/>
                  </a:lnTo>
                  <a:lnTo>
                    <a:pt x="12788265" y="4762"/>
                  </a:lnTo>
                  <a:lnTo>
                    <a:pt x="12797790" y="4762"/>
                  </a:lnTo>
                  <a:lnTo>
                    <a:pt x="12797790" y="9525"/>
                  </a:lnTo>
                  <a:close/>
                </a:path>
                <a:path w="12797790" h="6221730">
                  <a:moveTo>
                    <a:pt x="9525" y="6216967"/>
                  </a:moveTo>
                  <a:lnTo>
                    <a:pt x="4762" y="6212205"/>
                  </a:lnTo>
                  <a:lnTo>
                    <a:pt x="9525" y="6212205"/>
                  </a:lnTo>
                  <a:lnTo>
                    <a:pt x="9525" y="6216967"/>
                  </a:lnTo>
                  <a:close/>
                </a:path>
                <a:path w="12797790" h="6221730">
                  <a:moveTo>
                    <a:pt x="12788265" y="6216967"/>
                  </a:moveTo>
                  <a:lnTo>
                    <a:pt x="9525" y="6216967"/>
                  </a:lnTo>
                  <a:lnTo>
                    <a:pt x="9525" y="6212205"/>
                  </a:lnTo>
                  <a:lnTo>
                    <a:pt x="12788265" y="6212205"/>
                  </a:lnTo>
                  <a:lnTo>
                    <a:pt x="12788265" y="6216967"/>
                  </a:lnTo>
                  <a:close/>
                </a:path>
                <a:path w="12797790" h="6221730">
                  <a:moveTo>
                    <a:pt x="12797790" y="6216967"/>
                  </a:moveTo>
                  <a:lnTo>
                    <a:pt x="12788265" y="6216967"/>
                  </a:lnTo>
                  <a:lnTo>
                    <a:pt x="12793027" y="6212205"/>
                  </a:lnTo>
                  <a:lnTo>
                    <a:pt x="12797790" y="6212205"/>
                  </a:lnTo>
                  <a:lnTo>
                    <a:pt x="12797790" y="6216967"/>
                  </a:lnTo>
                  <a:close/>
                </a:path>
              </a:pathLst>
            </a:custGeom>
            <a:solidFill>
              <a:srgbClr val="000000"/>
            </a:solidFill>
          </p:spPr>
          <p:txBody>
            <a:bodyPr wrap="square" lIns="0" tIns="0" rIns="0" bIns="0" rtlCol="0"/>
            <a:lstStyle/>
            <a:p>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5583" y="5976924"/>
            <a:ext cx="992505" cy="992505"/>
          </a:xfrm>
          <a:custGeom>
            <a:avLst/>
            <a:gdLst/>
            <a:ahLst/>
            <a:cxnLst/>
            <a:rect l="l" t="t" r="r" b="b"/>
            <a:pathLst>
              <a:path w="992505" h="992504">
                <a:moveTo>
                  <a:pt x="496239" y="992466"/>
                </a:moveTo>
                <a:lnTo>
                  <a:pt x="448448" y="990195"/>
                </a:lnTo>
                <a:lnTo>
                  <a:pt x="401942" y="983518"/>
                </a:lnTo>
                <a:lnTo>
                  <a:pt x="356929" y="972646"/>
                </a:lnTo>
                <a:lnTo>
                  <a:pt x="313618" y="957784"/>
                </a:lnTo>
                <a:lnTo>
                  <a:pt x="272216" y="939142"/>
                </a:lnTo>
                <a:lnTo>
                  <a:pt x="232930" y="916927"/>
                </a:lnTo>
                <a:lnTo>
                  <a:pt x="195970" y="891347"/>
                </a:lnTo>
                <a:lnTo>
                  <a:pt x="161543" y="862610"/>
                </a:lnTo>
                <a:lnTo>
                  <a:pt x="129857" y="830924"/>
                </a:lnTo>
                <a:lnTo>
                  <a:pt x="101120" y="796498"/>
                </a:lnTo>
                <a:lnTo>
                  <a:pt x="75540" y="759539"/>
                </a:lnTo>
                <a:lnTo>
                  <a:pt x="53325" y="720255"/>
                </a:lnTo>
                <a:lnTo>
                  <a:pt x="34682" y="678854"/>
                </a:lnTo>
                <a:lnTo>
                  <a:pt x="19820" y="635544"/>
                </a:lnTo>
                <a:lnTo>
                  <a:pt x="8947" y="590533"/>
                </a:lnTo>
                <a:lnTo>
                  <a:pt x="2271" y="544028"/>
                </a:lnTo>
                <a:lnTo>
                  <a:pt x="0" y="496239"/>
                </a:lnTo>
                <a:lnTo>
                  <a:pt x="2271" y="448448"/>
                </a:lnTo>
                <a:lnTo>
                  <a:pt x="8947" y="401942"/>
                </a:lnTo>
                <a:lnTo>
                  <a:pt x="19820" y="356929"/>
                </a:lnTo>
                <a:lnTo>
                  <a:pt x="34682" y="313618"/>
                </a:lnTo>
                <a:lnTo>
                  <a:pt x="53325" y="272216"/>
                </a:lnTo>
                <a:lnTo>
                  <a:pt x="75540" y="232930"/>
                </a:lnTo>
                <a:lnTo>
                  <a:pt x="101120" y="195970"/>
                </a:lnTo>
                <a:lnTo>
                  <a:pt x="129857" y="161543"/>
                </a:lnTo>
                <a:lnTo>
                  <a:pt x="161543" y="129857"/>
                </a:lnTo>
                <a:lnTo>
                  <a:pt x="195970" y="101120"/>
                </a:lnTo>
                <a:lnTo>
                  <a:pt x="232930" y="75540"/>
                </a:lnTo>
                <a:lnTo>
                  <a:pt x="272216" y="53325"/>
                </a:lnTo>
                <a:lnTo>
                  <a:pt x="313618" y="34682"/>
                </a:lnTo>
                <a:lnTo>
                  <a:pt x="356929" y="19820"/>
                </a:lnTo>
                <a:lnTo>
                  <a:pt x="401942" y="8947"/>
                </a:lnTo>
                <a:lnTo>
                  <a:pt x="448448" y="2271"/>
                </a:lnTo>
                <a:lnTo>
                  <a:pt x="496239" y="0"/>
                </a:lnTo>
                <a:lnTo>
                  <a:pt x="544028" y="2271"/>
                </a:lnTo>
                <a:lnTo>
                  <a:pt x="590533" y="8947"/>
                </a:lnTo>
                <a:lnTo>
                  <a:pt x="635544" y="19820"/>
                </a:lnTo>
                <a:lnTo>
                  <a:pt x="678854" y="34682"/>
                </a:lnTo>
                <a:lnTo>
                  <a:pt x="720255" y="53325"/>
                </a:lnTo>
                <a:lnTo>
                  <a:pt x="759539" y="75540"/>
                </a:lnTo>
                <a:lnTo>
                  <a:pt x="796498" y="101120"/>
                </a:lnTo>
                <a:lnTo>
                  <a:pt x="830924" y="129857"/>
                </a:lnTo>
                <a:lnTo>
                  <a:pt x="862610" y="161543"/>
                </a:lnTo>
                <a:lnTo>
                  <a:pt x="891347" y="195970"/>
                </a:lnTo>
                <a:lnTo>
                  <a:pt x="916927" y="232930"/>
                </a:lnTo>
                <a:lnTo>
                  <a:pt x="939142" y="272216"/>
                </a:lnTo>
                <a:lnTo>
                  <a:pt x="957784" y="313618"/>
                </a:lnTo>
                <a:lnTo>
                  <a:pt x="972646" y="356929"/>
                </a:lnTo>
                <a:lnTo>
                  <a:pt x="983518" y="401942"/>
                </a:lnTo>
                <a:lnTo>
                  <a:pt x="990195" y="448448"/>
                </a:lnTo>
                <a:lnTo>
                  <a:pt x="992466" y="496239"/>
                </a:lnTo>
                <a:lnTo>
                  <a:pt x="990195" y="544028"/>
                </a:lnTo>
                <a:lnTo>
                  <a:pt x="983518" y="590533"/>
                </a:lnTo>
                <a:lnTo>
                  <a:pt x="972646" y="635544"/>
                </a:lnTo>
                <a:lnTo>
                  <a:pt x="957784" y="678854"/>
                </a:lnTo>
                <a:lnTo>
                  <a:pt x="939142" y="720255"/>
                </a:lnTo>
                <a:lnTo>
                  <a:pt x="916927" y="759539"/>
                </a:lnTo>
                <a:lnTo>
                  <a:pt x="891347" y="796498"/>
                </a:lnTo>
                <a:lnTo>
                  <a:pt x="862610" y="830924"/>
                </a:lnTo>
                <a:lnTo>
                  <a:pt x="830924" y="862610"/>
                </a:lnTo>
                <a:lnTo>
                  <a:pt x="796498" y="891347"/>
                </a:lnTo>
                <a:lnTo>
                  <a:pt x="759539" y="916927"/>
                </a:lnTo>
                <a:lnTo>
                  <a:pt x="720255" y="939142"/>
                </a:lnTo>
                <a:lnTo>
                  <a:pt x="678854" y="957784"/>
                </a:lnTo>
                <a:lnTo>
                  <a:pt x="635544" y="972646"/>
                </a:lnTo>
                <a:lnTo>
                  <a:pt x="590533" y="983518"/>
                </a:lnTo>
                <a:lnTo>
                  <a:pt x="544028" y="990195"/>
                </a:lnTo>
                <a:lnTo>
                  <a:pt x="496239" y="992466"/>
                </a:lnTo>
                <a:close/>
              </a:path>
            </a:pathLst>
          </a:custGeom>
          <a:solidFill>
            <a:srgbClr val="FC611F"/>
          </a:solidFill>
        </p:spPr>
        <p:txBody>
          <a:bodyPr wrap="square" lIns="0" tIns="0" rIns="0" bIns="0" rtlCol="0"/>
          <a:lstStyle/>
          <a:p>
            <a:endParaRPr/>
          </a:p>
        </p:txBody>
      </p:sp>
      <p:sp>
        <p:nvSpPr>
          <p:cNvPr id="3" name="object 3"/>
          <p:cNvSpPr txBox="1"/>
          <p:nvPr/>
        </p:nvSpPr>
        <p:spPr>
          <a:xfrm>
            <a:off x="1116291" y="6228156"/>
            <a:ext cx="229870" cy="436880"/>
          </a:xfrm>
          <a:prstGeom prst="rect">
            <a:avLst/>
          </a:prstGeom>
        </p:spPr>
        <p:txBody>
          <a:bodyPr vert="horz" wrap="square" lIns="0" tIns="12700" rIns="0" bIns="0" rtlCol="0">
            <a:spAutoFit/>
          </a:bodyPr>
          <a:lstStyle/>
          <a:p>
            <a:pPr marL="12700">
              <a:lnSpc>
                <a:spcPct val="100000"/>
              </a:lnSpc>
              <a:spcBef>
                <a:spcPts val="100"/>
              </a:spcBef>
            </a:pPr>
            <a:r>
              <a:rPr sz="2700" spc="80" dirty="0">
                <a:solidFill>
                  <a:srgbClr val="FFFDFD"/>
                </a:solidFill>
                <a:latin typeface="Tahoma"/>
                <a:cs typeface="Tahoma"/>
              </a:rPr>
              <a:t>7</a:t>
            </a:r>
            <a:endParaRPr sz="2700">
              <a:latin typeface="Tahoma"/>
              <a:cs typeface="Tahoma"/>
            </a:endParaRPr>
          </a:p>
        </p:txBody>
      </p:sp>
      <p:pic>
        <p:nvPicPr>
          <p:cNvPr id="4" name="object 4"/>
          <p:cNvPicPr/>
          <p:nvPr/>
        </p:nvPicPr>
        <p:blipFill>
          <a:blip r:embed="rId2" cstate="print"/>
          <a:stretch>
            <a:fillRect/>
          </a:stretch>
        </p:blipFill>
        <p:spPr>
          <a:xfrm>
            <a:off x="973061" y="3310978"/>
            <a:ext cx="517512" cy="552450"/>
          </a:xfrm>
          <a:prstGeom prst="rect">
            <a:avLst/>
          </a:prstGeom>
        </p:spPr>
      </p:pic>
      <p:sp>
        <p:nvSpPr>
          <p:cNvPr id="5" name="object 5"/>
          <p:cNvSpPr txBox="1"/>
          <p:nvPr/>
        </p:nvSpPr>
        <p:spPr>
          <a:xfrm>
            <a:off x="1153020" y="3440938"/>
            <a:ext cx="158750" cy="285750"/>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3</a:t>
            </a:r>
            <a:endParaRPr sz="1700">
              <a:latin typeface="Tahoma"/>
              <a:cs typeface="Tahoma"/>
            </a:endParaRPr>
          </a:p>
        </p:txBody>
      </p:sp>
      <p:pic>
        <p:nvPicPr>
          <p:cNvPr id="6" name="object 6"/>
          <p:cNvPicPr/>
          <p:nvPr/>
        </p:nvPicPr>
        <p:blipFill>
          <a:blip r:embed="rId3" cstate="print"/>
          <a:stretch>
            <a:fillRect/>
          </a:stretch>
        </p:blipFill>
        <p:spPr>
          <a:xfrm>
            <a:off x="973061" y="1977580"/>
            <a:ext cx="517512" cy="552450"/>
          </a:xfrm>
          <a:prstGeom prst="rect">
            <a:avLst/>
          </a:prstGeom>
        </p:spPr>
      </p:pic>
      <p:sp>
        <p:nvSpPr>
          <p:cNvPr id="7" name="object 7"/>
          <p:cNvSpPr txBox="1"/>
          <p:nvPr/>
        </p:nvSpPr>
        <p:spPr>
          <a:xfrm>
            <a:off x="1180325" y="2107539"/>
            <a:ext cx="103505" cy="285750"/>
          </a:xfrm>
          <a:prstGeom prst="rect">
            <a:avLst/>
          </a:prstGeom>
        </p:spPr>
        <p:txBody>
          <a:bodyPr vert="horz" wrap="square" lIns="0" tIns="13335" rIns="0" bIns="0" rtlCol="0">
            <a:spAutoFit/>
          </a:bodyPr>
          <a:lstStyle/>
          <a:p>
            <a:pPr marL="12700">
              <a:lnSpc>
                <a:spcPct val="100000"/>
              </a:lnSpc>
              <a:spcBef>
                <a:spcPts val="105"/>
              </a:spcBef>
            </a:pPr>
            <a:r>
              <a:rPr sz="1700" spc="-375" dirty="0">
                <a:solidFill>
                  <a:srgbClr val="181818"/>
                </a:solidFill>
                <a:latin typeface="Tahoma"/>
                <a:cs typeface="Tahoma"/>
              </a:rPr>
              <a:t>1</a:t>
            </a:r>
            <a:endParaRPr sz="1700">
              <a:latin typeface="Tahoma"/>
              <a:cs typeface="Tahoma"/>
            </a:endParaRPr>
          </a:p>
        </p:txBody>
      </p:sp>
      <p:pic>
        <p:nvPicPr>
          <p:cNvPr id="8" name="object 8"/>
          <p:cNvPicPr/>
          <p:nvPr/>
        </p:nvPicPr>
        <p:blipFill>
          <a:blip r:embed="rId2" cstate="print"/>
          <a:stretch>
            <a:fillRect/>
          </a:stretch>
        </p:blipFill>
        <p:spPr>
          <a:xfrm>
            <a:off x="973061" y="3978605"/>
            <a:ext cx="517512" cy="552450"/>
          </a:xfrm>
          <a:prstGeom prst="rect">
            <a:avLst/>
          </a:prstGeom>
        </p:spPr>
      </p:pic>
      <p:sp>
        <p:nvSpPr>
          <p:cNvPr id="9" name="object 9"/>
          <p:cNvSpPr txBox="1"/>
          <p:nvPr/>
        </p:nvSpPr>
        <p:spPr>
          <a:xfrm>
            <a:off x="1146670" y="4108564"/>
            <a:ext cx="170815" cy="285750"/>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pic>
        <p:nvPicPr>
          <p:cNvPr id="10" name="object 10"/>
          <p:cNvPicPr/>
          <p:nvPr/>
        </p:nvPicPr>
        <p:blipFill>
          <a:blip r:embed="rId4" cstate="print"/>
          <a:stretch>
            <a:fillRect/>
          </a:stretch>
        </p:blipFill>
        <p:spPr>
          <a:xfrm>
            <a:off x="973061" y="2643352"/>
            <a:ext cx="517512" cy="552450"/>
          </a:xfrm>
          <a:prstGeom prst="rect">
            <a:avLst/>
          </a:prstGeom>
        </p:spPr>
      </p:pic>
      <p:sp>
        <p:nvSpPr>
          <p:cNvPr id="11" name="object 11"/>
          <p:cNvSpPr txBox="1"/>
          <p:nvPr/>
        </p:nvSpPr>
        <p:spPr>
          <a:xfrm>
            <a:off x="1154290" y="2773298"/>
            <a:ext cx="155575" cy="285750"/>
          </a:xfrm>
          <a:prstGeom prst="rect">
            <a:avLst/>
          </a:prstGeom>
        </p:spPr>
        <p:txBody>
          <a:bodyPr vert="horz" wrap="square" lIns="0" tIns="13335" rIns="0" bIns="0" rtlCol="0">
            <a:spAutoFit/>
          </a:bodyPr>
          <a:lstStyle/>
          <a:p>
            <a:pPr marL="12700">
              <a:lnSpc>
                <a:spcPct val="100000"/>
              </a:lnSpc>
              <a:spcBef>
                <a:spcPts val="105"/>
              </a:spcBef>
            </a:pPr>
            <a:r>
              <a:rPr sz="1700" spc="40" dirty="0">
                <a:solidFill>
                  <a:srgbClr val="181818"/>
                </a:solidFill>
                <a:latin typeface="Tahoma"/>
                <a:cs typeface="Tahoma"/>
              </a:rPr>
              <a:t>2</a:t>
            </a:r>
            <a:endParaRPr sz="1700">
              <a:latin typeface="Tahoma"/>
              <a:cs typeface="Tahoma"/>
            </a:endParaRPr>
          </a:p>
        </p:txBody>
      </p:sp>
      <p:pic>
        <p:nvPicPr>
          <p:cNvPr id="12" name="object 12"/>
          <p:cNvPicPr/>
          <p:nvPr/>
        </p:nvPicPr>
        <p:blipFill>
          <a:blip r:embed="rId2" cstate="print"/>
          <a:stretch>
            <a:fillRect/>
          </a:stretch>
        </p:blipFill>
        <p:spPr>
          <a:xfrm>
            <a:off x="973061" y="5313870"/>
            <a:ext cx="517512" cy="552450"/>
          </a:xfrm>
          <a:prstGeom prst="rect">
            <a:avLst/>
          </a:prstGeom>
        </p:spPr>
      </p:pic>
      <p:pic>
        <p:nvPicPr>
          <p:cNvPr id="13" name="object 13"/>
          <p:cNvPicPr/>
          <p:nvPr/>
        </p:nvPicPr>
        <p:blipFill>
          <a:blip r:embed="rId4" cstate="print"/>
          <a:stretch>
            <a:fillRect/>
          </a:stretch>
        </p:blipFill>
        <p:spPr>
          <a:xfrm>
            <a:off x="973061" y="4646244"/>
            <a:ext cx="517512" cy="552450"/>
          </a:xfrm>
          <a:prstGeom prst="rect">
            <a:avLst/>
          </a:prstGeom>
        </p:spPr>
      </p:pic>
      <p:sp>
        <p:nvSpPr>
          <p:cNvPr id="14" name="object 14"/>
          <p:cNvSpPr txBox="1"/>
          <p:nvPr/>
        </p:nvSpPr>
        <p:spPr>
          <a:xfrm>
            <a:off x="1149210" y="4776190"/>
            <a:ext cx="165735" cy="953135"/>
          </a:xfrm>
          <a:prstGeom prst="rect">
            <a:avLst/>
          </a:prstGeom>
        </p:spPr>
        <p:txBody>
          <a:bodyPr vert="horz" wrap="square" lIns="0" tIns="13335" rIns="0" bIns="0" rtlCol="0">
            <a:spAutoFit/>
          </a:bodyPr>
          <a:lstStyle/>
          <a:p>
            <a:pPr marL="15875">
              <a:lnSpc>
                <a:spcPct val="100000"/>
              </a:lnSpc>
              <a:spcBef>
                <a:spcPts val="105"/>
              </a:spcBef>
            </a:pPr>
            <a:r>
              <a:rPr sz="1700" spc="60" dirty="0">
                <a:solidFill>
                  <a:srgbClr val="181818"/>
                </a:solidFill>
                <a:latin typeface="Tahoma"/>
                <a:cs typeface="Tahoma"/>
              </a:rPr>
              <a:t>5</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125" dirty="0">
                <a:solidFill>
                  <a:srgbClr val="181818"/>
                </a:solidFill>
                <a:latin typeface="Tahoma"/>
                <a:cs typeface="Tahoma"/>
              </a:rPr>
              <a:t>6</a:t>
            </a:r>
            <a:endParaRPr sz="1700">
              <a:latin typeface="Tahoma"/>
              <a:cs typeface="Tahoma"/>
            </a:endParaRPr>
          </a:p>
        </p:txBody>
      </p:sp>
      <p:pic>
        <p:nvPicPr>
          <p:cNvPr id="15" name="object 15"/>
          <p:cNvPicPr/>
          <p:nvPr/>
        </p:nvPicPr>
        <p:blipFill>
          <a:blip r:embed="rId2" cstate="print"/>
          <a:stretch>
            <a:fillRect/>
          </a:stretch>
        </p:blipFill>
        <p:spPr>
          <a:xfrm>
            <a:off x="973061" y="7088454"/>
            <a:ext cx="517512" cy="552450"/>
          </a:xfrm>
          <a:prstGeom prst="rect">
            <a:avLst/>
          </a:prstGeom>
        </p:spPr>
      </p:pic>
      <p:pic>
        <p:nvPicPr>
          <p:cNvPr id="16" name="object 16"/>
          <p:cNvPicPr/>
          <p:nvPr/>
        </p:nvPicPr>
        <p:blipFill>
          <a:blip r:embed="rId2" cstate="print"/>
          <a:stretch>
            <a:fillRect/>
          </a:stretch>
        </p:blipFill>
        <p:spPr>
          <a:xfrm>
            <a:off x="973061" y="7756080"/>
            <a:ext cx="517512" cy="552450"/>
          </a:xfrm>
          <a:prstGeom prst="rect">
            <a:avLst/>
          </a:prstGeom>
        </p:spPr>
      </p:pic>
      <p:sp>
        <p:nvSpPr>
          <p:cNvPr id="17" name="object 17"/>
          <p:cNvSpPr txBox="1"/>
          <p:nvPr/>
        </p:nvSpPr>
        <p:spPr>
          <a:xfrm>
            <a:off x="1149210" y="7218413"/>
            <a:ext cx="165735" cy="953135"/>
          </a:xfrm>
          <a:prstGeom prst="rect">
            <a:avLst/>
          </a:prstGeom>
        </p:spPr>
        <p:txBody>
          <a:bodyPr vert="horz" wrap="square" lIns="0" tIns="13335" rIns="0" bIns="0" rtlCol="0">
            <a:spAutoFit/>
          </a:bodyPr>
          <a:lstStyle/>
          <a:p>
            <a:pPr marL="13970">
              <a:lnSpc>
                <a:spcPct val="100000"/>
              </a:lnSpc>
              <a:spcBef>
                <a:spcPts val="105"/>
              </a:spcBef>
            </a:pPr>
            <a:r>
              <a:rPr sz="1700" spc="95" dirty="0">
                <a:solidFill>
                  <a:srgbClr val="181818"/>
                </a:solidFill>
                <a:latin typeface="Tahoma"/>
                <a:cs typeface="Tahoma"/>
              </a:rPr>
              <a:t>8</a:t>
            </a:r>
            <a:endParaRPr sz="1700">
              <a:latin typeface="Tahoma"/>
              <a:cs typeface="Tahoma"/>
            </a:endParaRPr>
          </a:p>
          <a:p>
            <a:pPr>
              <a:lnSpc>
                <a:spcPct val="100000"/>
              </a:lnSpc>
              <a:spcBef>
                <a:spcPts val="1160"/>
              </a:spcBef>
            </a:pPr>
            <a:endParaRPr sz="1700">
              <a:latin typeface="Tahoma"/>
              <a:cs typeface="Tahoma"/>
            </a:endParaRPr>
          </a:p>
          <a:p>
            <a:pPr marL="12700">
              <a:lnSpc>
                <a:spcPct val="100000"/>
              </a:lnSpc>
              <a:spcBef>
                <a:spcPts val="5"/>
              </a:spcBef>
            </a:pPr>
            <a:r>
              <a:rPr sz="1700" spc="125" dirty="0">
                <a:solidFill>
                  <a:srgbClr val="181818"/>
                </a:solidFill>
                <a:latin typeface="Tahoma"/>
                <a:cs typeface="Tahoma"/>
              </a:rPr>
              <a:t>9</a:t>
            </a:r>
            <a:endParaRPr sz="1700">
              <a:latin typeface="Tahoma"/>
              <a:cs typeface="Tahoma"/>
            </a:endParaRPr>
          </a:p>
        </p:txBody>
      </p:sp>
      <p:sp>
        <p:nvSpPr>
          <p:cNvPr id="18" name="object 18" descr="$PPTXTitle"/>
          <p:cNvSpPr txBox="1">
            <a:spLocks noGrp="1"/>
          </p:cNvSpPr>
          <p:nvPr>
            <p:ph type="title"/>
          </p:nvPr>
        </p:nvSpPr>
        <p:spPr>
          <a:prstGeom prst="rect">
            <a:avLst/>
          </a:prstGeom>
        </p:spPr>
        <p:txBody>
          <a:bodyPr vert="horz" wrap="square" lIns="0" tIns="65113" rIns="0" bIns="0" rtlCol="0">
            <a:spAutoFit/>
          </a:bodyPr>
          <a:lstStyle/>
          <a:p>
            <a:pPr marL="2217420">
              <a:lnSpc>
                <a:spcPct val="100000"/>
              </a:lnSpc>
              <a:spcBef>
                <a:spcPts val="100"/>
              </a:spcBef>
            </a:pPr>
            <a:r>
              <a:rPr dirty="0"/>
              <a:t>TECHNOLOGIES</a:t>
            </a:r>
            <a:r>
              <a:rPr spc="-210" dirty="0"/>
              <a:t> </a:t>
            </a:r>
            <a:r>
              <a:rPr spc="-20" dirty="0"/>
              <a:t>USED</a:t>
            </a:r>
          </a:p>
        </p:txBody>
      </p:sp>
      <p:sp>
        <p:nvSpPr>
          <p:cNvPr id="19" name="object 19"/>
          <p:cNvSpPr txBox="1">
            <a:spLocks noGrp="1"/>
          </p:cNvSpPr>
          <p:nvPr>
            <p:ph type="body" idx="1"/>
          </p:nvPr>
        </p:nvSpPr>
        <p:spPr>
          <a:prstGeom prst="rect">
            <a:avLst/>
          </a:prstGeom>
        </p:spPr>
        <p:txBody>
          <a:bodyPr vert="horz" wrap="square" lIns="0" tIns="12065" rIns="0" bIns="0" rtlCol="0">
            <a:spAutoFit/>
          </a:bodyPr>
          <a:lstStyle/>
          <a:p>
            <a:pPr marL="12700" marR="4189729">
              <a:lnSpc>
                <a:spcPct val="100000"/>
              </a:lnSpc>
              <a:spcBef>
                <a:spcPts val="95"/>
              </a:spcBef>
            </a:pPr>
            <a:r>
              <a:rPr b="1" dirty="0">
                <a:latin typeface="Times New Roman"/>
                <a:cs typeface="Times New Roman"/>
              </a:rPr>
              <a:t>Frontend:</a:t>
            </a:r>
            <a:r>
              <a:rPr b="1" spc="-100" dirty="0">
                <a:latin typeface="Times New Roman"/>
                <a:cs typeface="Times New Roman"/>
              </a:rPr>
              <a:t> </a:t>
            </a:r>
            <a:r>
              <a:rPr dirty="0"/>
              <a:t>HTML,</a:t>
            </a:r>
            <a:r>
              <a:rPr spc="-95" dirty="0"/>
              <a:t> </a:t>
            </a:r>
            <a:r>
              <a:rPr dirty="0"/>
              <a:t>CSS,</a:t>
            </a:r>
            <a:r>
              <a:rPr spc="-145" dirty="0"/>
              <a:t> </a:t>
            </a:r>
            <a:r>
              <a:rPr spc="-10" dirty="0"/>
              <a:t>Thymeleaf </a:t>
            </a:r>
            <a:r>
              <a:rPr b="1" dirty="0">
                <a:latin typeface="Times New Roman"/>
                <a:cs typeface="Times New Roman"/>
              </a:rPr>
              <a:t>Backend:</a:t>
            </a:r>
            <a:r>
              <a:rPr b="1" spc="-60" dirty="0">
                <a:latin typeface="Times New Roman"/>
                <a:cs typeface="Times New Roman"/>
              </a:rPr>
              <a:t> </a:t>
            </a:r>
            <a:r>
              <a:rPr dirty="0"/>
              <a:t>Spring</a:t>
            </a:r>
            <a:r>
              <a:rPr spc="-55" dirty="0"/>
              <a:t> </a:t>
            </a:r>
            <a:r>
              <a:rPr dirty="0"/>
              <a:t>Boot</a:t>
            </a:r>
            <a:r>
              <a:rPr spc="-55" dirty="0"/>
              <a:t> </a:t>
            </a:r>
            <a:r>
              <a:rPr spc="-10" dirty="0"/>
              <a:t>(Java) </a:t>
            </a:r>
            <a:r>
              <a:rPr b="1" dirty="0">
                <a:latin typeface="Times New Roman"/>
                <a:cs typeface="Times New Roman"/>
              </a:rPr>
              <a:t>Database:</a:t>
            </a:r>
            <a:r>
              <a:rPr b="1" spc="-110" dirty="0">
                <a:latin typeface="Times New Roman"/>
                <a:cs typeface="Times New Roman"/>
              </a:rPr>
              <a:t> </a:t>
            </a:r>
            <a:r>
              <a:rPr spc="-20" dirty="0"/>
              <a:t>MySQL</a:t>
            </a:r>
          </a:p>
          <a:p>
            <a:pPr marL="12700">
              <a:lnSpc>
                <a:spcPct val="100000"/>
              </a:lnSpc>
            </a:pPr>
            <a:r>
              <a:rPr b="1" spc="-45" dirty="0">
                <a:latin typeface="Times New Roman"/>
                <a:cs typeface="Times New Roman"/>
              </a:rPr>
              <a:t>Tools:</a:t>
            </a:r>
            <a:r>
              <a:rPr b="1" spc="-90" dirty="0">
                <a:latin typeface="Times New Roman"/>
                <a:cs typeface="Times New Roman"/>
              </a:rPr>
              <a:t> </a:t>
            </a:r>
            <a:r>
              <a:rPr dirty="0"/>
              <a:t>VS</a:t>
            </a:r>
            <a:r>
              <a:rPr spc="-30" dirty="0"/>
              <a:t> </a:t>
            </a:r>
            <a:r>
              <a:rPr dirty="0"/>
              <a:t>Code,</a:t>
            </a:r>
            <a:r>
              <a:rPr spc="-30" dirty="0"/>
              <a:t> </a:t>
            </a:r>
            <a:r>
              <a:rPr spc="-10" dirty="0"/>
              <a:t>Maven</a:t>
            </a:r>
          </a:p>
          <a:p>
            <a:pPr marL="12700">
              <a:lnSpc>
                <a:spcPct val="100000"/>
              </a:lnSpc>
            </a:pPr>
            <a:r>
              <a:rPr b="1" dirty="0">
                <a:latin typeface="Times New Roman"/>
                <a:cs typeface="Times New Roman"/>
              </a:rPr>
              <a:t>Hardware</a:t>
            </a:r>
            <a:r>
              <a:rPr b="1" spc="-85" dirty="0">
                <a:latin typeface="Times New Roman"/>
                <a:cs typeface="Times New Roman"/>
              </a:rPr>
              <a:t> </a:t>
            </a:r>
            <a:r>
              <a:rPr b="1" dirty="0">
                <a:latin typeface="Times New Roman"/>
                <a:cs typeface="Times New Roman"/>
              </a:rPr>
              <a:t>Requirements:</a:t>
            </a:r>
            <a:r>
              <a:rPr b="1" spc="-85" dirty="0">
                <a:latin typeface="Times New Roman"/>
                <a:cs typeface="Times New Roman"/>
              </a:rPr>
              <a:t> </a:t>
            </a:r>
            <a:r>
              <a:rPr dirty="0"/>
              <a:t>Minimum</a:t>
            </a:r>
            <a:r>
              <a:rPr spc="-80" dirty="0"/>
              <a:t> </a:t>
            </a:r>
            <a:r>
              <a:rPr dirty="0"/>
              <a:t>4GB</a:t>
            </a:r>
            <a:r>
              <a:rPr spc="-75" dirty="0"/>
              <a:t> </a:t>
            </a:r>
            <a:r>
              <a:rPr dirty="0"/>
              <a:t>RAM,</a:t>
            </a:r>
            <a:r>
              <a:rPr spc="-80" dirty="0"/>
              <a:t> </a:t>
            </a:r>
            <a:r>
              <a:rPr dirty="0"/>
              <a:t>i3</a:t>
            </a:r>
            <a:r>
              <a:rPr spc="-85" dirty="0"/>
              <a:t> </a:t>
            </a:r>
            <a:r>
              <a:rPr spc="-10" dirty="0"/>
              <a:t>Processor</a:t>
            </a:r>
          </a:p>
          <a:p>
            <a:pPr marL="12700">
              <a:lnSpc>
                <a:spcPct val="100000"/>
              </a:lnSpc>
            </a:pPr>
            <a:r>
              <a:rPr b="1" dirty="0">
                <a:latin typeface="Times New Roman"/>
                <a:cs typeface="Times New Roman"/>
              </a:rPr>
              <a:t>Software</a:t>
            </a:r>
            <a:r>
              <a:rPr b="1" spc="-105" dirty="0">
                <a:latin typeface="Times New Roman"/>
                <a:cs typeface="Times New Roman"/>
              </a:rPr>
              <a:t> </a:t>
            </a:r>
            <a:r>
              <a:rPr b="1" dirty="0">
                <a:latin typeface="Times New Roman"/>
                <a:cs typeface="Times New Roman"/>
              </a:rPr>
              <a:t>Requirements:</a:t>
            </a:r>
            <a:r>
              <a:rPr b="1" spc="-90" dirty="0">
                <a:latin typeface="Times New Roman"/>
                <a:cs typeface="Times New Roman"/>
              </a:rPr>
              <a:t> </a:t>
            </a:r>
            <a:r>
              <a:rPr dirty="0"/>
              <a:t>JDK</a:t>
            </a:r>
            <a:r>
              <a:rPr spc="-85" dirty="0"/>
              <a:t> </a:t>
            </a:r>
            <a:r>
              <a:rPr dirty="0"/>
              <a:t>8+,</a:t>
            </a:r>
            <a:r>
              <a:rPr spc="-90" dirty="0"/>
              <a:t> </a:t>
            </a:r>
            <a:r>
              <a:rPr spc="-10" dirty="0"/>
              <a:t>MySQL</a:t>
            </a:r>
            <a:r>
              <a:rPr spc="-165" dirty="0"/>
              <a:t> </a:t>
            </a:r>
            <a:r>
              <a:rPr spc="-20" dirty="0"/>
              <a:t>Server,</a:t>
            </a:r>
            <a:r>
              <a:rPr spc="-135" dirty="0"/>
              <a:t> </a:t>
            </a:r>
            <a:r>
              <a:rPr spc="-35" dirty="0"/>
              <a:t>Web</a:t>
            </a:r>
            <a:r>
              <a:rPr spc="-85" dirty="0"/>
              <a:t> </a:t>
            </a:r>
            <a:r>
              <a:rPr spc="-10" dirty="0"/>
              <a:t>Browser</a:t>
            </a:r>
          </a:p>
        </p:txBody>
      </p:sp>
      <p:pic>
        <p:nvPicPr>
          <p:cNvPr id="20" name="object 20"/>
          <p:cNvPicPr/>
          <p:nvPr/>
        </p:nvPicPr>
        <p:blipFill>
          <a:blip r:embed="rId5" cstate="print"/>
          <a:stretch>
            <a:fillRect/>
          </a:stretch>
        </p:blipFill>
        <p:spPr>
          <a:xfrm>
            <a:off x="14144739" y="0"/>
            <a:ext cx="4143260" cy="8051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5583" y="6653898"/>
            <a:ext cx="992505" cy="992505"/>
          </a:xfrm>
          <a:custGeom>
            <a:avLst/>
            <a:gdLst/>
            <a:ahLst/>
            <a:cxnLst/>
            <a:rect l="l" t="t" r="r" b="b"/>
            <a:pathLst>
              <a:path w="992505" h="992504">
                <a:moveTo>
                  <a:pt x="496239" y="992454"/>
                </a:moveTo>
                <a:lnTo>
                  <a:pt x="448448" y="990182"/>
                </a:lnTo>
                <a:lnTo>
                  <a:pt x="401942" y="983506"/>
                </a:lnTo>
                <a:lnTo>
                  <a:pt x="356929" y="972634"/>
                </a:lnTo>
                <a:lnTo>
                  <a:pt x="313618" y="957773"/>
                </a:lnTo>
                <a:lnTo>
                  <a:pt x="272216" y="939131"/>
                </a:lnTo>
                <a:lnTo>
                  <a:pt x="232930" y="916917"/>
                </a:lnTo>
                <a:lnTo>
                  <a:pt x="195970" y="891338"/>
                </a:lnTo>
                <a:lnTo>
                  <a:pt x="161543" y="862602"/>
                </a:lnTo>
                <a:lnTo>
                  <a:pt x="129857" y="830917"/>
                </a:lnTo>
                <a:lnTo>
                  <a:pt x="101120" y="796491"/>
                </a:lnTo>
                <a:lnTo>
                  <a:pt x="75540" y="759532"/>
                </a:lnTo>
                <a:lnTo>
                  <a:pt x="53325" y="720248"/>
                </a:lnTo>
                <a:lnTo>
                  <a:pt x="34682" y="678846"/>
                </a:lnTo>
                <a:lnTo>
                  <a:pt x="19820" y="635535"/>
                </a:lnTo>
                <a:lnTo>
                  <a:pt x="8947" y="590523"/>
                </a:lnTo>
                <a:lnTo>
                  <a:pt x="2271" y="544018"/>
                </a:lnTo>
                <a:lnTo>
                  <a:pt x="0" y="496227"/>
                </a:lnTo>
                <a:lnTo>
                  <a:pt x="2271" y="448435"/>
                </a:lnTo>
                <a:lnTo>
                  <a:pt x="8947" y="401930"/>
                </a:lnTo>
                <a:lnTo>
                  <a:pt x="19820" y="356918"/>
                </a:lnTo>
                <a:lnTo>
                  <a:pt x="34682" y="313607"/>
                </a:lnTo>
                <a:lnTo>
                  <a:pt x="53325" y="272206"/>
                </a:lnTo>
                <a:lnTo>
                  <a:pt x="75540" y="232921"/>
                </a:lnTo>
                <a:lnTo>
                  <a:pt x="101120" y="195962"/>
                </a:lnTo>
                <a:lnTo>
                  <a:pt x="129857" y="161536"/>
                </a:lnTo>
                <a:lnTo>
                  <a:pt x="161543" y="129851"/>
                </a:lnTo>
                <a:lnTo>
                  <a:pt x="195970" y="101115"/>
                </a:lnTo>
                <a:lnTo>
                  <a:pt x="232930" y="75536"/>
                </a:lnTo>
                <a:lnTo>
                  <a:pt x="272216" y="53322"/>
                </a:lnTo>
                <a:lnTo>
                  <a:pt x="313618" y="34680"/>
                </a:lnTo>
                <a:lnTo>
                  <a:pt x="356929" y="19819"/>
                </a:lnTo>
                <a:lnTo>
                  <a:pt x="401942" y="8947"/>
                </a:lnTo>
                <a:lnTo>
                  <a:pt x="448448" y="2271"/>
                </a:lnTo>
                <a:lnTo>
                  <a:pt x="496239" y="0"/>
                </a:lnTo>
                <a:lnTo>
                  <a:pt x="544028" y="2271"/>
                </a:lnTo>
                <a:lnTo>
                  <a:pt x="590533" y="8947"/>
                </a:lnTo>
                <a:lnTo>
                  <a:pt x="635544" y="19819"/>
                </a:lnTo>
                <a:lnTo>
                  <a:pt x="678854" y="34680"/>
                </a:lnTo>
                <a:lnTo>
                  <a:pt x="720255" y="53322"/>
                </a:lnTo>
                <a:lnTo>
                  <a:pt x="759539" y="75536"/>
                </a:lnTo>
                <a:lnTo>
                  <a:pt x="796498" y="101115"/>
                </a:lnTo>
                <a:lnTo>
                  <a:pt x="830924" y="129851"/>
                </a:lnTo>
                <a:lnTo>
                  <a:pt x="862610" y="161536"/>
                </a:lnTo>
                <a:lnTo>
                  <a:pt x="891347" y="195962"/>
                </a:lnTo>
                <a:lnTo>
                  <a:pt x="916927" y="232921"/>
                </a:lnTo>
                <a:lnTo>
                  <a:pt x="939142" y="272206"/>
                </a:lnTo>
                <a:lnTo>
                  <a:pt x="957784" y="313607"/>
                </a:lnTo>
                <a:lnTo>
                  <a:pt x="972646" y="356918"/>
                </a:lnTo>
                <a:lnTo>
                  <a:pt x="983518" y="401930"/>
                </a:lnTo>
                <a:lnTo>
                  <a:pt x="990195" y="448435"/>
                </a:lnTo>
                <a:lnTo>
                  <a:pt x="992466" y="496227"/>
                </a:lnTo>
                <a:lnTo>
                  <a:pt x="990195" y="544018"/>
                </a:lnTo>
                <a:lnTo>
                  <a:pt x="983518" y="590523"/>
                </a:lnTo>
                <a:lnTo>
                  <a:pt x="972646" y="635535"/>
                </a:lnTo>
                <a:lnTo>
                  <a:pt x="957784" y="678846"/>
                </a:lnTo>
                <a:lnTo>
                  <a:pt x="939142" y="720248"/>
                </a:lnTo>
                <a:lnTo>
                  <a:pt x="916927" y="759532"/>
                </a:lnTo>
                <a:lnTo>
                  <a:pt x="891347" y="796491"/>
                </a:lnTo>
                <a:lnTo>
                  <a:pt x="862610" y="830917"/>
                </a:lnTo>
                <a:lnTo>
                  <a:pt x="830924" y="862602"/>
                </a:lnTo>
                <a:lnTo>
                  <a:pt x="796498" y="891338"/>
                </a:lnTo>
                <a:lnTo>
                  <a:pt x="759539" y="916917"/>
                </a:lnTo>
                <a:lnTo>
                  <a:pt x="720255" y="939131"/>
                </a:lnTo>
                <a:lnTo>
                  <a:pt x="678854" y="957773"/>
                </a:lnTo>
                <a:lnTo>
                  <a:pt x="635544" y="972634"/>
                </a:lnTo>
                <a:lnTo>
                  <a:pt x="590533" y="983506"/>
                </a:lnTo>
                <a:lnTo>
                  <a:pt x="544028" y="990182"/>
                </a:lnTo>
                <a:lnTo>
                  <a:pt x="496239" y="992454"/>
                </a:lnTo>
                <a:close/>
              </a:path>
            </a:pathLst>
          </a:custGeom>
          <a:solidFill>
            <a:srgbClr val="FC611F"/>
          </a:solidFill>
        </p:spPr>
        <p:txBody>
          <a:bodyPr wrap="square" lIns="0" tIns="0" rIns="0" bIns="0" rtlCol="0"/>
          <a:lstStyle/>
          <a:p>
            <a:endParaRPr/>
          </a:p>
        </p:txBody>
      </p:sp>
      <p:pic>
        <p:nvPicPr>
          <p:cNvPr id="3" name="object 3"/>
          <p:cNvPicPr/>
          <p:nvPr/>
        </p:nvPicPr>
        <p:blipFill>
          <a:blip r:embed="rId2" cstate="print"/>
          <a:stretch>
            <a:fillRect/>
          </a:stretch>
        </p:blipFill>
        <p:spPr>
          <a:xfrm>
            <a:off x="973061" y="3310978"/>
            <a:ext cx="517512" cy="552450"/>
          </a:xfrm>
          <a:prstGeom prst="rect">
            <a:avLst/>
          </a:prstGeom>
        </p:spPr>
      </p:pic>
      <p:pic>
        <p:nvPicPr>
          <p:cNvPr id="4" name="object 4"/>
          <p:cNvPicPr/>
          <p:nvPr/>
        </p:nvPicPr>
        <p:blipFill>
          <a:blip r:embed="rId3" cstate="print"/>
          <a:stretch>
            <a:fillRect/>
          </a:stretch>
        </p:blipFill>
        <p:spPr>
          <a:xfrm>
            <a:off x="973061" y="1977580"/>
            <a:ext cx="517512" cy="552450"/>
          </a:xfrm>
          <a:prstGeom prst="rect">
            <a:avLst/>
          </a:prstGeom>
        </p:spPr>
      </p:pic>
      <p:sp>
        <p:nvSpPr>
          <p:cNvPr id="5" name="object 5"/>
          <p:cNvSpPr txBox="1"/>
          <p:nvPr/>
        </p:nvSpPr>
        <p:spPr>
          <a:xfrm>
            <a:off x="1180325" y="2107539"/>
            <a:ext cx="103505" cy="285750"/>
          </a:xfrm>
          <a:prstGeom prst="rect">
            <a:avLst/>
          </a:prstGeom>
        </p:spPr>
        <p:txBody>
          <a:bodyPr vert="horz" wrap="square" lIns="0" tIns="13335" rIns="0" bIns="0" rtlCol="0">
            <a:spAutoFit/>
          </a:bodyPr>
          <a:lstStyle/>
          <a:p>
            <a:pPr marL="12700">
              <a:lnSpc>
                <a:spcPct val="100000"/>
              </a:lnSpc>
              <a:spcBef>
                <a:spcPts val="105"/>
              </a:spcBef>
            </a:pPr>
            <a:r>
              <a:rPr sz="1700" spc="-375" dirty="0">
                <a:solidFill>
                  <a:srgbClr val="181818"/>
                </a:solidFill>
                <a:latin typeface="Tahoma"/>
                <a:cs typeface="Tahoma"/>
              </a:rPr>
              <a:t>1</a:t>
            </a:r>
            <a:endParaRPr sz="1700">
              <a:latin typeface="Tahoma"/>
              <a:cs typeface="Tahoma"/>
            </a:endParaRPr>
          </a:p>
        </p:txBody>
      </p:sp>
      <p:pic>
        <p:nvPicPr>
          <p:cNvPr id="6" name="object 6"/>
          <p:cNvPicPr/>
          <p:nvPr/>
        </p:nvPicPr>
        <p:blipFill>
          <a:blip r:embed="rId2" cstate="print"/>
          <a:stretch>
            <a:fillRect/>
          </a:stretch>
        </p:blipFill>
        <p:spPr>
          <a:xfrm>
            <a:off x="973061" y="3978605"/>
            <a:ext cx="517512" cy="552450"/>
          </a:xfrm>
          <a:prstGeom prst="rect">
            <a:avLst/>
          </a:prstGeom>
        </p:spPr>
      </p:pic>
      <p:pic>
        <p:nvPicPr>
          <p:cNvPr id="7" name="object 7"/>
          <p:cNvPicPr/>
          <p:nvPr/>
        </p:nvPicPr>
        <p:blipFill>
          <a:blip r:embed="rId4" cstate="print"/>
          <a:stretch>
            <a:fillRect/>
          </a:stretch>
        </p:blipFill>
        <p:spPr>
          <a:xfrm>
            <a:off x="973061" y="2643352"/>
            <a:ext cx="517512" cy="552450"/>
          </a:xfrm>
          <a:prstGeom prst="rect">
            <a:avLst/>
          </a:prstGeom>
        </p:spPr>
      </p:pic>
      <p:pic>
        <p:nvPicPr>
          <p:cNvPr id="8" name="object 8"/>
          <p:cNvPicPr/>
          <p:nvPr/>
        </p:nvPicPr>
        <p:blipFill>
          <a:blip r:embed="rId2" cstate="print"/>
          <a:stretch>
            <a:fillRect/>
          </a:stretch>
        </p:blipFill>
        <p:spPr>
          <a:xfrm>
            <a:off x="973061" y="5313870"/>
            <a:ext cx="517512" cy="552450"/>
          </a:xfrm>
          <a:prstGeom prst="rect">
            <a:avLst/>
          </a:prstGeom>
        </p:spPr>
      </p:pic>
      <p:sp>
        <p:nvSpPr>
          <p:cNvPr id="9" name="object 9"/>
          <p:cNvSpPr txBox="1"/>
          <p:nvPr/>
        </p:nvSpPr>
        <p:spPr>
          <a:xfrm>
            <a:off x="1149210" y="5443829"/>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pic>
        <p:nvPicPr>
          <p:cNvPr id="10" name="object 10"/>
          <p:cNvPicPr/>
          <p:nvPr/>
        </p:nvPicPr>
        <p:blipFill>
          <a:blip r:embed="rId4" cstate="print"/>
          <a:stretch>
            <a:fillRect/>
          </a:stretch>
        </p:blipFill>
        <p:spPr>
          <a:xfrm>
            <a:off x="973061" y="4646244"/>
            <a:ext cx="517512" cy="552450"/>
          </a:xfrm>
          <a:prstGeom prst="rect">
            <a:avLst/>
          </a:prstGeom>
        </p:spPr>
      </p:pic>
      <p:sp>
        <p:nvSpPr>
          <p:cNvPr id="11" name="object 11"/>
          <p:cNvSpPr txBox="1"/>
          <p:nvPr/>
        </p:nvSpPr>
        <p:spPr>
          <a:xfrm>
            <a:off x="1146670" y="2773298"/>
            <a:ext cx="170815" cy="2288540"/>
          </a:xfrm>
          <a:prstGeom prst="rect">
            <a:avLst/>
          </a:prstGeom>
        </p:spPr>
        <p:txBody>
          <a:bodyPr vert="horz" wrap="square" lIns="0" tIns="13335" rIns="0" bIns="0" rtlCol="0">
            <a:spAutoFit/>
          </a:bodyPr>
          <a:lstStyle/>
          <a:p>
            <a:pPr marL="19685">
              <a:lnSpc>
                <a:spcPct val="100000"/>
              </a:lnSpc>
              <a:spcBef>
                <a:spcPts val="105"/>
              </a:spcBef>
            </a:pPr>
            <a:r>
              <a:rPr sz="1700" spc="40" dirty="0">
                <a:solidFill>
                  <a:srgbClr val="181818"/>
                </a:solidFill>
                <a:latin typeface="Tahoma"/>
                <a:cs typeface="Tahoma"/>
              </a:rPr>
              <a:t>2</a:t>
            </a:r>
            <a:endParaRPr sz="1700">
              <a:latin typeface="Tahoma"/>
              <a:cs typeface="Tahoma"/>
            </a:endParaRPr>
          </a:p>
          <a:p>
            <a:pPr>
              <a:lnSpc>
                <a:spcPct val="100000"/>
              </a:lnSpc>
              <a:spcBef>
                <a:spcPts val="1165"/>
              </a:spcBef>
            </a:pPr>
            <a:endParaRPr sz="1700">
              <a:latin typeface="Tahoma"/>
              <a:cs typeface="Tahoma"/>
            </a:endParaRPr>
          </a:p>
          <a:p>
            <a:pPr marL="19050">
              <a:lnSpc>
                <a:spcPct val="100000"/>
              </a:lnSpc>
            </a:pPr>
            <a:r>
              <a:rPr sz="1700" spc="60" dirty="0">
                <a:solidFill>
                  <a:srgbClr val="181818"/>
                </a:solidFill>
                <a:latin typeface="Tahoma"/>
                <a:cs typeface="Tahoma"/>
              </a:rPr>
              <a:t>3</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160" dirty="0">
                <a:solidFill>
                  <a:srgbClr val="181818"/>
                </a:solidFill>
                <a:latin typeface="Tahoma"/>
                <a:cs typeface="Tahoma"/>
              </a:rPr>
              <a:t>4</a:t>
            </a:r>
            <a:endParaRPr sz="1700">
              <a:latin typeface="Tahoma"/>
              <a:cs typeface="Tahoma"/>
            </a:endParaRPr>
          </a:p>
          <a:p>
            <a:pPr>
              <a:lnSpc>
                <a:spcPct val="100000"/>
              </a:lnSpc>
              <a:spcBef>
                <a:spcPts val="1160"/>
              </a:spcBef>
            </a:pPr>
            <a:endParaRPr sz="1700">
              <a:latin typeface="Tahoma"/>
              <a:cs typeface="Tahoma"/>
            </a:endParaRPr>
          </a:p>
          <a:p>
            <a:pPr marL="19050">
              <a:lnSpc>
                <a:spcPct val="100000"/>
              </a:lnSpc>
              <a:spcBef>
                <a:spcPts val="5"/>
              </a:spcBef>
            </a:pPr>
            <a:r>
              <a:rPr sz="1700" spc="60" dirty="0">
                <a:solidFill>
                  <a:srgbClr val="181818"/>
                </a:solidFill>
                <a:latin typeface="Tahoma"/>
                <a:cs typeface="Tahoma"/>
              </a:rPr>
              <a:t>5</a:t>
            </a:r>
            <a:endParaRPr sz="1700">
              <a:latin typeface="Tahoma"/>
              <a:cs typeface="Tahoma"/>
            </a:endParaRPr>
          </a:p>
        </p:txBody>
      </p:sp>
      <p:pic>
        <p:nvPicPr>
          <p:cNvPr id="12" name="object 12"/>
          <p:cNvPicPr/>
          <p:nvPr/>
        </p:nvPicPr>
        <p:blipFill>
          <a:blip r:embed="rId5" cstate="print"/>
          <a:stretch>
            <a:fillRect/>
          </a:stretch>
        </p:blipFill>
        <p:spPr>
          <a:xfrm>
            <a:off x="973061" y="5981496"/>
            <a:ext cx="517512" cy="552449"/>
          </a:xfrm>
          <a:prstGeom prst="rect">
            <a:avLst/>
          </a:prstGeom>
        </p:spPr>
      </p:pic>
      <p:sp>
        <p:nvSpPr>
          <p:cNvPr id="13" name="object 13"/>
          <p:cNvSpPr txBox="1"/>
          <p:nvPr/>
        </p:nvSpPr>
        <p:spPr>
          <a:xfrm>
            <a:off x="1154290" y="6111456"/>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pic>
        <p:nvPicPr>
          <p:cNvPr id="14" name="object 14"/>
          <p:cNvPicPr/>
          <p:nvPr/>
        </p:nvPicPr>
        <p:blipFill>
          <a:blip r:embed="rId2" cstate="print"/>
          <a:stretch>
            <a:fillRect/>
          </a:stretch>
        </p:blipFill>
        <p:spPr>
          <a:xfrm>
            <a:off x="973061" y="7756080"/>
            <a:ext cx="517512" cy="552450"/>
          </a:xfrm>
          <a:prstGeom prst="rect">
            <a:avLst/>
          </a:prstGeom>
        </p:spPr>
      </p:pic>
      <p:sp>
        <p:nvSpPr>
          <p:cNvPr id="15" name="object 15"/>
          <p:cNvSpPr txBox="1"/>
          <p:nvPr/>
        </p:nvSpPr>
        <p:spPr>
          <a:xfrm>
            <a:off x="869276" y="6945757"/>
            <a:ext cx="724535" cy="1225550"/>
          </a:xfrm>
          <a:prstGeom prst="rect">
            <a:avLst/>
          </a:prstGeom>
        </p:spPr>
        <p:txBody>
          <a:bodyPr vert="horz" wrap="square" lIns="0" tIns="12700" rIns="0" bIns="0" rtlCol="0">
            <a:spAutoFit/>
          </a:bodyPr>
          <a:lstStyle/>
          <a:p>
            <a:pPr algn="ctr">
              <a:lnSpc>
                <a:spcPct val="100000"/>
              </a:lnSpc>
              <a:spcBef>
                <a:spcPts val="100"/>
              </a:spcBef>
            </a:pPr>
            <a:r>
              <a:rPr sz="2400" spc="195" dirty="0">
                <a:solidFill>
                  <a:srgbClr val="001F5F"/>
                </a:solidFill>
                <a:latin typeface="Tahoma"/>
                <a:cs typeface="Tahoma"/>
              </a:rPr>
              <a:t>8(A)</a:t>
            </a:r>
            <a:endParaRPr sz="2400">
              <a:latin typeface="Tahoma"/>
              <a:cs typeface="Tahoma"/>
            </a:endParaRPr>
          </a:p>
          <a:p>
            <a:pPr>
              <a:lnSpc>
                <a:spcPct val="100000"/>
              </a:lnSpc>
              <a:spcBef>
                <a:spcPts val="1630"/>
              </a:spcBef>
            </a:pPr>
            <a:endParaRPr sz="2400">
              <a:latin typeface="Tahoma"/>
              <a:cs typeface="Tahoma"/>
            </a:endParaRPr>
          </a:p>
          <a:p>
            <a:pPr marL="635" algn="ctr">
              <a:lnSpc>
                <a:spcPct val="100000"/>
              </a:lnSpc>
            </a:pPr>
            <a:r>
              <a:rPr sz="1700" spc="125" dirty="0">
                <a:solidFill>
                  <a:srgbClr val="181818"/>
                </a:solidFill>
                <a:latin typeface="Tahoma"/>
                <a:cs typeface="Tahoma"/>
              </a:rPr>
              <a:t>9</a:t>
            </a:r>
            <a:endParaRPr sz="1700">
              <a:latin typeface="Tahoma"/>
              <a:cs typeface="Tahoma"/>
            </a:endParaRPr>
          </a:p>
        </p:txBody>
      </p:sp>
      <p:pic>
        <p:nvPicPr>
          <p:cNvPr id="16" name="object 16"/>
          <p:cNvPicPr/>
          <p:nvPr/>
        </p:nvPicPr>
        <p:blipFill>
          <a:blip r:embed="rId6" cstate="print"/>
          <a:stretch>
            <a:fillRect/>
          </a:stretch>
        </p:blipFill>
        <p:spPr>
          <a:xfrm>
            <a:off x="16313416" y="1028700"/>
            <a:ext cx="945883" cy="236474"/>
          </a:xfrm>
          <a:prstGeom prst="rect">
            <a:avLst/>
          </a:prstGeom>
        </p:spPr>
      </p:pic>
      <p:sp>
        <p:nvSpPr>
          <p:cNvPr id="17" name="object 17"/>
          <p:cNvSpPr/>
          <p:nvPr/>
        </p:nvSpPr>
        <p:spPr>
          <a:xfrm>
            <a:off x="16913606" y="1654183"/>
            <a:ext cx="1374775" cy="7454900"/>
          </a:xfrm>
          <a:custGeom>
            <a:avLst/>
            <a:gdLst/>
            <a:ahLst/>
            <a:cxnLst/>
            <a:rect l="l" t="t" r="r" b="b"/>
            <a:pathLst>
              <a:path w="1374775" h="7454900">
                <a:moveTo>
                  <a:pt x="1374394" y="7454900"/>
                </a:moveTo>
                <a:lnTo>
                  <a:pt x="1358277" y="7442200"/>
                </a:lnTo>
                <a:lnTo>
                  <a:pt x="1314005" y="7391400"/>
                </a:lnTo>
                <a:lnTo>
                  <a:pt x="1270355" y="7340600"/>
                </a:lnTo>
                <a:lnTo>
                  <a:pt x="1248765" y="7302500"/>
                </a:lnTo>
                <a:lnTo>
                  <a:pt x="1206055" y="7251700"/>
                </a:lnTo>
                <a:lnTo>
                  <a:pt x="1163993" y="7200900"/>
                </a:lnTo>
                <a:lnTo>
                  <a:pt x="1122578" y="7150100"/>
                </a:lnTo>
                <a:lnTo>
                  <a:pt x="1102118" y="7112000"/>
                </a:lnTo>
                <a:lnTo>
                  <a:pt x="1061681" y="7061200"/>
                </a:lnTo>
                <a:lnTo>
                  <a:pt x="1041717" y="7035800"/>
                </a:lnTo>
                <a:lnTo>
                  <a:pt x="1021905" y="6997700"/>
                </a:lnTo>
                <a:lnTo>
                  <a:pt x="1002271" y="6972300"/>
                </a:lnTo>
                <a:lnTo>
                  <a:pt x="982802" y="6946900"/>
                </a:lnTo>
                <a:lnTo>
                  <a:pt x="963498" y="6921500"/>
                </a:lnTo>
                <a:lnTo>
                  <a:pt x="944359" y="6883400"/>
                </a:lnTo>
                <a:lnTo>
                  <a:pt x="925398" y="6858000"/>
                </a:lnTo>
                <a:lnTo>
                  <a:pt x="906602" y="6832600"/>
                </a:lnTo>
                <a:lnTo>
                  <a:pt x="887971" y="6807200"/>
                </a:lnTo>
                <a:lnTo>
                  <a:pt x="869518" y="6769100"/>
                </a:lnTo>
                <a:lnTo>
                  <a:pt x="851230" y="6743700"/>
                </a:lnTo>
                <a:lnTo>
                  <a:pt x="833120" y="6718300"/>
                </a:lnTo>
                <a:lnTo>
                  <a:pt x="815187" y="6680200"/>
                </a:lnTo>
                <a:lnTo>
                  <a:pt x="797432" y="6654800"/>
                </a:lnTo>
                <a:lnTo>
                  <a:pt x="779843" y="6629400"/>
                </a:lnTo>
                <a:lnTo>
                  <a:pt x="762431" y="6591300"/>
                </a:lnTo>
                <a:lnTo>
                  <a:pt x="745197" y="6565900"/>
                </a:lnTo>
                <a:lnTo>
                  <a:pt x="728141" y="6527800"/>
                </a:lnTo>
                <a:lnTo>
                  <a:pt x="711263" y="6502400"/>
                </a:lnTo>
                <a:lnTo>
                  <a:pt x="694563" y="6477000"/>
                </a:lnTo>
                <a:lnTo>
                  <a:pt x="678040" y="6438900"/>
                </a:lnTo>
                <a:lnTo>
                  <a:pt x="661695" y="6413500"/>
                </a:lnTo>
                <a:lnTo>
                  <a:pt x="645540" y="6375400"/>
                </a:lnTo>
                <a:lnTo>
                  <a:pt x="629551" y="6350000"/>
                </a:lnTo>
                <a:lnTo>
                  <a:pt x="613752" y="6311900"/>
                </a:lnTo>
                <a:lnTo>
                  <a:pt x="598144" y="6286500"/>
                </a:lnTo>
                <a:lnTo>
                  <a:pt x="582714" y="6261100"/>
                </a:lnTo>
                <a:lnTo>
                  <a:pt x="567461" y="6223000"/>
                </a:lnTo>
                <a:lnTo>
                  <a:pt x="552399" y="6197600"/>
                </a:lnTo>
                <a:lnTo>
                  <a:pt x="537527" y="6159500"/>
                </a:lnTo>
                <a:lnTo>
                  <a:pt x="522833" y="6134100"/>
                </a:lnTo>
                <a:lnTo>
                  <a:pt x="508330" y="6096000"/>
                </a:lnTo>
                <a:lnTo>
                  <a:pt x="494017" y="6070600"/>
                </a:lnTo>
                <a:lnTo>
                  <a:pt x="479882" y="6032500"/>
                </a:lnTo>
                <a:lnTo>
                  <a:pt x="465950" y="6007100"/>
                </a:lnTo>
                <a:lnTo>
                  <a:pt x="452196" y="5969000"/>
                </a:lnTo>
                <a:lnTo>
                  <a:pt x="438645" y="5930900"/>
                </a:lnTo>
                <a:lnTo>
                  <a:pt x="425272" y="5905500"/>
                </a:lnTo>
                <a:lnTo>
                  <a:pt x="412102" y="5867400"/>
                </a:lnTo>
                <a:lnTo>
                  <a:pt x="399122" y="5842000"/>
                </a:lnTo>
                <a:lnTo>
                  <a:pt x="386334" y="5803900"/>
                </a:lnTo>
                <a:lnTo>
                  <a:pt x="373735" y="5778500"/>
                </a:lnTo>
                <a:lnTo>
                  <a:pt x="361340" y="5740400"/>
                </a:lnTo>
                <a:lnTo>
                  <a:pt x="349135" y="5702300"/>
                </a:lnTo>
                <a:lnTo>
                  <a:pt x="337134" y="5676900"/>
                </a:lnTo>
                <a:lnTo>
                  <a:pt x="325323" y="5638800"/>
                </a:lnTo>
                <a:lnTo>
                  <a:pt x="313702" y="5613400"/>
                </a:lnTo>
                <a:lnTo>
                  <a:pt x="302298" y="5575300"/>
                </a:lnTo>
                <a:lnTo>
                  <a:pt x="291071" y="5537200"/>
                </a:lnTo>
                <a:lnTo>
                  <a:pt x="280060" y="5511800"/>
                </a:lnTo>
                <a:lnTo>
                  <a:pt x="269252" y="5473700"/>
                </a:lnTo>
                <a:lnTo>
                  <a:pt x="258635" y="5435600"/>
                </a:lnTo>
                <a:lnTo>
                  <a:pt x="248221" y="5410200"/>
                </a:lnTo>
                <a:lnTo>
                  <a:pt x="238010" y="5372100"/>
                </a:lnTo>
                <a:lnTo>
                  <a:pt x="228015" y="5334000"/>
                </a:lnTo>
                <a:lnTo>
                  <a:pt x="218211" y="5308600"/>
                </a:lnTo>
                <a:lnTo>
                  <a:pt x="208610" y="5270500"/>
                </a:lnTo>
                <a:lnTo>
                  <a:pt x="199224" y="5232400"/>
                </a:lnTo>
                <a:lnTo>
                  <a:pt x="190042" y="5207000"/>
                </a:lnTo>
                <a:lnTo>
                  <a:pt x="181063" y="5168900"/>
                </a:lnTo>
                <a:lnTo>
                  <a:pt x="172300" y="5130800"/>
                </a:lnTo>
                <a:lnTo>
                  <a:pt x="163741" y="5092700"/>
                </a:lnTo>
                <a:lnTo>
                  <a:pt x="155384" y="5067300"/>
                </a:lnTo>
                <a:lnTo>
                  <a:pt x="147243" y="5029200"/>
                </a:lnTo>
                <a:lnTo>
                  <a:pt x="139319" y="4991100"/>
                </a:lnTo>
                <a:lnTo>
                  <a:pt x="131597" y="4953000"/>
                </a:lnTo>
                <a:lnTo>
                  <a:pt x="124091" y="4927600"/>
                </a:lnTo>
                <a:lnTo>
                  <a:pt x="116789" y="4889500"/>
                </a:lnTo>
                <a:lnTo>
                  <a:pt x="109715" y="4851400"/>
                </a:lnTo>
                <a:lnTo>
                  <a:pt x="102844" y="4813300"/>
                </a:lnTo>
                <a:lnTo>
                  <a:pt x="96189" y="4787900"/>
                </a:lnTo>
                <a:lnTo>
                  <a:pt x="89750" y="4749800"/>
                </a:lnTo>
                <a:lnTo>
                  <a:pt x="83540" y="4711700"/>
                </a:lnTo>
                <a:lnTo>
                  <a:pt x="77533" y="4673600"/>
                </a:lnTo>
                <a:lnTo>
                  <a:pt x="71742" y="4635500"/>
                </a:lnTo>
                <a:lnTo>
                  <a:pt x="66179" y="4610100"/>
                </a:lnTo>
                <a:lnTo>
                  <a:pt x="60832" y="4572000"/>
                </a:lnTo>
                <a:lnTo>
                  <a:pt x="55702" y="4533900"/>
                </a:lnTo>
                <a:lnTo>
                  <a:pt x="50787" y="4495800"/>
                </a:lnTo>
                <a:lnTo>
                  <a:pt x="46101" y="4457700"/>
                </a:lnTo>
                <a:lnTo>
                  <a:pt x="41643" y="4419600"/>
                </a:lnTo>
                <a:lnTo>
                  <a:pt x="37401" y="4394200"/>
                </a:lnTo>
                <a:lnTo>
                  <a:pt x="33375" y="4356100"/>
                </a:lnTo>
                <a:lnTo>
                  <a:pt x="29578" y="4318000"/>
                </a:lnTo>
                <a:lnTo>
                  <a:pt x="26009" y="4279900"/>
                </a:lnTo>
                <a:lnTo>
                  <a:pt x="22669" y="4241800"/>
                </a:lnTo>
                <a:lnTo>
                  <a:pt x="19545" y="4203700"/>
                </a:lnTo>
                <a:lnTo>
                  <a:pt x="16662" y="4165600"/>
                </a:lnTo>
                <a:lnTo>
                  <a:pt x="13995" y="4140200"/>
                </a:lnTo>
                <a:lnTo>
                  <a:pt x="11557" y="4102100"/>
                </a:lnTo>
                <a:lnTo>
                  <a:pt x="9347" y="4064000"/>
                </a:lnTo>
                <a:lnTo>
                  <a:pt x="7365" y="4025900"/>
                </a:lnTo>
                <a:lnTo>
                  <a:pt x="5626" y="3987800"/>
                </a:lnTo>
                <a:lnTo>
                  <a:pt x="4102" y="3949700"/>
                </a:lnTo>
                <a:lnTo>
                  <a:pt x="2819" y="3911600"/>
                </a:lnTo>
                <a:lnTo>
                  <a:pt x="1765" y="3873500"/>
                </a:lnTo>
                <a:lnTo>
                  <a:pt x="939" y="3835400"/>
                </a:lnTo>
                <a:lnTo>
                  <a:pt x="355" y="3797300"/>
                </a:lnTo>
                <a:lnTo>
                  <a:pt x="0" y="3771900"/>
                </a:lnTo>
                <a:lnTo>
                  <a:pt x="0" y="3695700"/>
                </a:lnTo>
                <a:lnTo>
                  <a:pt x="355" y="3657600"/>
                </a:lnTo>
                <a:lnTo>
                  <a:pt x="939" y="3619500"/>
                </a:lnTo>
                <a:lnTo>
                  <a:pt x="1765" y="3581400"/>
                </a:lnTo>
                <a:lnTo>
                  <a:pt x="2819" y="3543300"/>
                </a:lnTo>
                <a:lnTo>
                  <a:pt x="4102" y="3505200"/>
                </a:lnTo>
                <a:lnTo>
                  <a:pt x="5626" y="3467100"/>
                </a:lnTo>
                <a:lnTo>
                  <a:pt x="7365" y="3429000"/>
                </a:lnTo>
                <a:lnTo>
                  <a:pt x="9347" y="3390900"/>
                </a:lnTo>
                <a:lnTo>
                  <a:pt x="11557" y="3365500"/>
                </a:lnTo>
                <a:lnTo>
                  <a:pt x="13996" y="3327400"/>
                </a:lnTo>
                <a:lnTo>
                  <a:pt x="16662" y="3289300"/>
                </a:lnTo>
                <a:lnTo>
                  <a:pt x="19545" y="3251200"/>
                </a:lnTo>
                <a:lnTo>
                  <a:pt x="22669" y="3213100"/>
                </a:lnTo>
                <a:lnTo>
                  <a:pt x="26009" y="3175000"/>
                </a:lnTo>
                <a:lnTo>
                  <a:pt x="29578" y="3136900"/>
                </a:lnTo>
                <a:lnTo>
                  <a:pt x="33375" y="3098800"/>
                </a:lnTo>
                <a:lnTo>
                  <a:pt x="37401" y="3073400"/>
                </a:lnTo>
                <a:lnTo>
                  <a:pt x="41643" y="3035300"/>
                </a:lnTo>
                <a:lnTo>
                  <a:pt x="46101" y="2997200"/>
                </a:lnTo>
                <a:lnTo>
                  <a:pt x="50787" y="2959100"/>
                </a:lnTo>
                <a:lnTo>
                  <a:pt x="55702" y="2921000"/>
                </a:lnTo>
                <a:lnTo>
                  <a:pt x="60832" y="2882900"/>
                </a:lnTo>
                <a:lnTo>
                  <a:pt x="66179" y="2857500"/>
                </a:lnTo>
                <a:lnTo>
                  <a:pt x="71742" y="2819400"/>
                </a:lnTo>
                <a:lnTo>
                  <a:pt x="77533" y="2781300"/>
                </a:lnTo>
                <a:lnTo>
                  <a:pt x="83540" y="2743200"/>
                </a:lnTo>
                <a:lnTo>
                  <a:pt x="89750" y="2705100"/>
                </a:lnTo>
                <a:lnTo>
                  <a:pt x="96189" y="2679700"/>
                </a:lnTo>
                <a:lnTo>
                  <a:pt x="102844" y="2641600"/>
                </a:lnTo>
                <a:lnTo>
                  <a:pt x="109715" y="2603500"/>
                </a:lnTo>
                <a:lnTo>
                  <a:pt x="116789" y="2565400"/>
                </a:lnTo>
                <a:lnTo>
                  <a:pt x="124091" y="2540000"/>
                </a:lnTo>
                <a:lnTo>
                  <a:pt x="131597" y="2501900"/>
                </a:lnTo>
                <a:lnTo>
                  <a:pt x="139319" y="2463800"/>
                </a:lnTo>
                <a:lnTo>
                  <a:pt x="147243" y="2425700"/>
                </a:lnTo>
                <a:lnTo>
                  <a:pt x="155384" y="2400300"/>
                </a:lnTo>
                <a:lnTo>
                  <a:pt x="163741" y="2362200"/>
                </a:lnTo>
                <a:lnTo>
                  <a:pt x="172300" y="2324100"/>
                </a:lnTo>
                <a:lnTo>
                  <a:pt x="181063" y="2286000"/>
                </a:lnTo>
                <a:lnTo>
                  <a:pt x="190042" y="2260600"/>
                </a:lnTo>
                <a:lnTo>
                  <a:pt x="199224" y="2222500"/>
                </a:lnTo>
                <a:lnTo>
                  <a:pt x="208610" y="2184400"/>
                </a:lnTo>
                <a:lnTo>
                  <a:pt x="218211" y="2159000"/>
                </a:lnTo>
                <a:lnTo>
                  <a:pt x="228015" y="2120900"/>
                </a:lnTo>
                <a:lnTo>
                  <a:pt x="238010" y="2082800"/>
                </a:lnTo>
                <a:lnTo>
                  <a:pt x="248221" y="2057400"/>
                </a:lnTo>
                <a:lnTo>
                  <a:pt x="258635" y="2019300"/>
                </a:lnTo>
                <a:lnTo>
                  <a:pt x="269252" y="1981200"/>
                </a:lnTo>
                <a:lnTo>
                  <a:pt x="280060" y="1955800"/>
                </a:lnTo>
                <a:lnTo>
                  <a:pt x="291071" y="1917700"/>
                </a:lnTo>
                <a:lnTo>
                  <a:pt x="302298" y="1879600"/>
                </a:lnTo>
                <a:lnTo>
                  <a:pt x="313702" y="1854200"/>
                </a:lnTo>
                <a:lnTo>
                  <a:pt x="325323" y="1816100"/>
                </a:lnTo>
                <a:lnTo>
                  <a:pt x="337134" y="1778000"/>
                </a:lnTo>
                <a:lnTo>
                  <a:pt x="349135" y="1752600"/>
                </a:lnTo>
                <a:lnTo>
                  <a:pt x="361340" y="1714500"/>
                </a:lnTo>
                <a:lnTo>
                  <a:pt x="373735" y="1689100"/>
                </a:lnTo>
                <a:lnTo>
                  <a:pt x="386334" y="1651000"/>
                </a:lnTo>
                <a:lnTo>
                  <a:pt x="399122" y="1612900"/>
                </a:lnTo>
                <a:lnTo>
                  <a:pt x="412102" y="1587500"/>
                </a:lnTo>
                <a:lnTo>
                  <a:pt x="425272" y="1549400"/>
                </a:lnTo>
                <a:lnTo>
                  <a:pt x="438645" y="1524000"/>
                </a:lnTo>
                <a:lnTo>
                  <a:pt x="452196" y="1485900"/>
                </a:lnTo>
                <a:lnTo>
                  <a:pt x="465950" y="1460500"/>
                </a:lnTo>
                <a:lnTo>
                  <a:pt x="479882" y="1422400"/>
                </a:lnTo>
                <a:lnTo>
                  <a:pt x="494017" y="1397000"/>
                </a:lnTo>
                <a:lnTo>
                  <a:pt x="508330" y="1358900"/>
                </a:lnTo>
                <a:lnTo>
                  <a:pt x="522833" y="1333500"/>
                </a:lnTo>
                <a:lnTo>
                  <a:pt x="537527" y="1295400"/>
                </a:lnTo>
                <a:lnTo>
                  <a:pt x="552399" y="1270000"/>
                </a:lnTo>
                <a:lnTo>
                  <a:pt x="567461" y="1231900"/>
                </a:lnTo>
                <a:lnTo>
                  <a:pt x="582714" y="1206500"/>
                </a:lnTo>
                <a:lnTo>
                  <a:pt x="598144" y="1168400"/>
                </a:lnTo>
                <a:lnTo>
                  <a:pt x="613752" y="1143000"/>
                </a:lnTo>
                <a:lnTo>
                  <a:pt x="629551" y="1104900"/>
                </a:lnTo>
                <a:lnTo>
                  <a:pt x="645540" y="1079500"/>
                </a:lnTo>
                <a:lnTo>
                  <a:pt x="661695" y="1041400"/>
                </a:lnTo>
                <a:lnTo>
                  <a:pt x="678040" y="1016000"/>
                </a:lnTo>
                <a:lnTo>
                  <a:pt x="694563" y="990600"/>
                </a:lnTo>
                <a:lnTo>
                  <a:pt x="711263" y="952500"/>
                </a:lnTo>
                <a:lnTo>
                  <a:pt x="728141" y="927100"/>
                </a:lnTo>
                <a:lnTo>
                  <a:pt x="745197" y="889000"/>
                </a:lnTo>
                <a:lnTo>
                  <a:pt x="762431" y="863600"/>
                </a:lnTo>
                <a:lnTo>
                  <a:pt x="779843" y="838200"/>
                </a:lnTo>
                <a:lnTo>
                  <a:pt x="797432" y="800100"/>
                </a:lnTo>
                <a:lnTo>
                  <a:pt x="815187" y="774700"/>
                </a:lnTo>
                <a:lnTo>
                  <a:pt x="833120" y="749300"/>
                </a:lnTo>
                <a:lnTo>
                  <a:pt x="851230" y="711200"/>
                </a:lnTo>
                <a:lnTo>
                  <a:pt x="869518" y="685800"/>
                </a:lnTo>
                <a:lnTo>
                  <a:pt x="887971" y="660400"/>
                </a:lnTo>
                <a:lnTo>
                  <a:pt x="906602" y="622300"/>
                </a:lnTo>
                <a:lnTo>
                  <a:pt x="925398" y="596900"/>
                </a:lnTo>
                <a:lnTo>
                  <a:pt x="944359" y="571500"/>
                </a:lnTo>
                <a:lnTo>
                  <a:pt x="963498" y="546100"/>
                </a:lnTo>
                <a:lnTo>
                  <a:pt x="982802" y="508000"/>
                </a:lnTo>
                <a:lnTo>
                  <a:pt x="1002271" y="482600"/>
                </a:lnTo>
                <a:lnTo>
                  <a:pt x="1021905" y="457200"/>
                </a:lnTo>
                <a:lnTo>
                  <a:pt x="1041717" y="431800"/>
                </a:lnTo>
                <a:lnTo>
                  <a:pt x="1061681" y="393700"/>
                </a:lnTo>
                <a:lnTo>
                  <a:pt x="1102118" y="342900"/>
                </a:lnTo>
                <a:lnTo>
                  <a:pt x="1122578" y="317500"/>
                </a:lnTo>
                <a:lnTo>
                  <a:pt x="1143215" y="279400"/>
                </a:lnTo>
                <a:lnTo>
                  <a:pt x="1163993" y="254000"/>
                </a:lnTo>
                <a:lnTo>
                  <a:pt x="1184948" y="228600"/>
                </a:lnTo>
                <a:lnTo>
                  <a:pt x="1227328" y="177800"/>
                </a:lnTo>
                <a:lnTo>
                  <a:pt x="1270355" y="127000"/>
                </a:lnTo>
                <a:lnTo>
                  <a:pt x="1292098" y="88900"/>
                </a:lnTo>
                <a:lnTo>
                  <a:pt x="1336065" y="38100"/>
                </a:lnTo>
                <a:lnTo>
                  <a:pt x="1374394" y="0"/>
                </a:lnTo>
                <a:lnTo>
                  <a:pt x="1374394" y="850900"/>
                </a:lnTo>
                <a:lnTo>
                  <a:pt x="1356296" y="876300"/>
                </a:lnTo>
                <a:lnTo>
                  <a:pt x="1357134" y="876300"/>
                </a:lnTo>
                <a:lnTo>
                  <a:pt x="1339189" y="901700"/>
                </a:lnTo>
                <a:lnTo>
                  <a:pt x="1340015" y="901700"/>
                </a:lnTo>
                <a:lnTo>
                  <a:pt x="1322222" y="927100"/>
                </a:lnTo>
                <a:lnTo>
                  <a:pt x="1323047" y="927100"/>
                </a:lnTo>
                <a:lnTo>
                  <a:pt x="1305420" y="952500"/>
                </a:lnTo>
                <a:lnTo>
                  <a:pt x="1306245" y="952500"/>
                </a:lnTo>
                <a:lnTo>
                  <a:pt x="1294604" y="977900"/>
                </a:lnTo>
                <a:lnTo>
                  <a:pt x="1289596" y="977900"/>
                </a:lnTo>
                <a:lnTo>
                  <a:pt x="1272286" y="1016000"/>
                </a:lnTo>
                <a:lnTo>
                  <a:pt x="1273098" y="1016000"/>
                </a:lnTo>
                <a:lnTo>
                  <a:pt x="1255966" y="1041400"/>
                </a:lnTo>
                <a:lnTo>
                  <a:pt x="1256766" y="1041400"/>
                </a:lnTo>
                <a:lnTo>
                  <a:pt x="1239799" y="1066800"/>
                </a:lnTo>
                <a:lnTo>
                  <a:pt x="1240586" y="1066800"/>
                </a:lnTo>
                <a:lnTo>
                  <a:pt x="1223784" y="1092200"/>
                </a:lnTo>
                <a:lnTo>
                  <a:pt x="1224572" y="1092200"/>
                </a:lnTo>
                <a:lnTo>
                  <a:pt x="1207935" y="1117600"/>
                </a:lnTo>
                <a:lnTo>
                  <a:pt x="1208709" y="1117600"/>
                </a:lnTo>
                <a:lnTo>
                  <a:pt x="1192250" y="1143000"/>
                </a:lnTo>
                <a:lnTo>
                  <a:pt x="1193012" y="1143000"/>
                </a:lnTo>
                <a:lnTo>
                  <a:pt x="1176718" y="1181100"/>
                </a:lnTo>
                <a:lnTo>
                  <a:pt x="1177480" y="1181100"/>
                </a:lnTo>
                <a:lnTo>
                  <a:pt x="1161351" y="1206500"/>
                </a:lnTo>
                <a:lnTo>
                  <a:pt x="1162113" y="1206500"/>
                </a:lnTo>
                <a:lnTo>
                  <a:pt x="1146162" y="1231900"/>
                </a:lnTo>
                <a:lnTo>
                  <a:pt x="1146898" y="1231900"/>
                </a:lnTo>
                <a:lnTo>
                  <a:pt x="1131112" y="1257300"/>
                </a:lnTo>
                <a:lnTo>
                  <a:pt x="1131849" y="1257300"/>
                </a:lnTo>
                <a:lnTo>
                  <a:pt x="1116241" y="1282700"/>
                </a:lnTo>
                <a:lnTo>
                  <a:pt x="1116977" y="1282700"/>
                </a:lnTo>
                <a:lnTo>
                  <a:pt x="1101534" y="1320800"/>
                </a:lnTo>
                <a:lnTo>
                  <a:pt x="1102258" y="1320800"/>
                </a:lnTo>
                <a:lnTo>
                  <a:pt x="1086992" y="1346200"/>
                </a:lnTo>
                <a:lnTo>
                  <a:pt x="1087704" y="1346200"/>
                </a:lnTo>
                <a:lnTo>
                  <a:pt x="1072616" y="1371600"/>
                </a:lnTo>
                <a:lnTo>
                  <a:pt x="1073315" y="1371600"/>
                </a:lnTo>
                <a:lnTo>
                  <a:pt x="1058405" y="1397000"/>
                </a:lnTo>
                <a:lnTo>
                  <a:pt x="1059103" y="1397000"/>
                </a:lnTo>
                <a:lnTo>
                  <a:pt x="1049273" y="1422400"/>
                </a:lnTo>
                <a:lnTo>
                  <a:pt x="1045057" y="1422400"/>
                </a:lnTo>
                <a:lnTo>
                  <a:pt x="1030490" y="1460500"/>
                </a:lnTo>
                <a:lnTo>
                  <a:pt x="1031163" y="1460500"/>
                </a:lnTo>
                <a:lnTo>
                  <a:pt x="1016787" y="1485900"/>
                </a:lnTo>
                <a:lnTo>
                  <a:pt x="1017460" y="1485900"/>
                </a:lnTo>
                <a:lnTo>
                  <a:pt x="1003249" y="1511300"/>
                </a:lnTo>
                <a:lnTo>
                  <a:pt x="1003909" y="1511300"/>
                </a:lnTo>
                <a:lnTo>
                  <a:pt x="994553" y="1536700"/>
                </a:lnTo>
                <a:lnTo>
                  <a:pt x="990536" y="1536700"/>
                </a:lnTo>
                <a:lnTo>
                  <a:pt x="976680" y="1574800"/>
                </a:lnTo>
                <a:lnTo>
                  <a:pt x="977328" y="1574800"/>
                </a:lnTo>
                <a:lnTo>
                  <a:pt x="963650" y="1600200"/>
                </a:lnTo>
                <a:lnTo>
                  <a:pt x="964298" y="1600200"/>
                </a:lnTo>
                <a:lnTo>
                  <a:pt x="950798" y="1625600"/>
                </a:lnTo>
                <a:lnTo>
                  <a:pt x="951433" y="1625600"/>
                </a:lnTo>
                <a:lnTo>
                  <a:pt x="938123" y="1663700"/>
                </a:lnTo>
                <a:lnTo>
                  <a:pt x="938745" y="1663700"/>
                </a:lnTo>
                <a:lnTo>
                  <a:pt x="925614" y="1689100"/>
                </a:lnTo>
                <a:lnTo>
                  <a:pt x="926223" y="1689100"/>
                </a:lnTo>
                <a:lnTo>
                  <a:pt x="913282" y="1714500"/>
                </a:lnTo>
                <a:lnTo>
                  <a:pt x="913879" y="1714500"/>
                </a:lnTo>
                <a:lnTo>
                  <a:pt x="901115" y="1752600"/>
                </a:lnTo>
                <a:lnTo>
                  <a:pt x="901712" y="1752600"/>
                </a:lnTo>
                <a:lnTo>
                  <a:pt x="889139" y="1778000"/>
                </a:lnTo>
                <a:lnTo>
                  <a:pt x="889723" y="1778000"/>
                </a:lnTo>
                <a:lnTo>
                  <a:pt x="877328" y="1803400"/>
                </a:lnTo>
                <a:lnTo>
                  <a:pt x="877900" y="1803400"/>
                </a:lnTo>
                <a:lnTo>
                  <a:pt x="865695" y="1841500"/>
                </a:lnTo>
                <a:lnTo>
                  <a:pt x="866267" y="1841500"/>
                </a:lnTo>
                <a:lnTo>
                  <a:pt x="854227" y="1866900"/>
                </a:lnTo>
                <a:lnTo>
                  <a:pt x="854798" y="1866900"/>
                </a:lnTo>
                <a:lnTo>
                  <a:pt x="842949" y="1892300"/>
                </a:lnTo>
                <a:lnTo>
                  <a:pt x="843508" y="1892300"/>
                </a:lnTo>
                <a:lnTo>
                  <a:pt x="831850" y="1930400"/>
                </a:lnTo>
                <a:lnTo>
                  <a:pt x="832396" y="1930400"/>
                </a:lnTo>
                <a:lnTo>
                  <a:pt x="820928" y="1955800"/>
                </a:lnTo>
                <a:lnTo>
                  <a:pt x="821474" y="1955800"/>
                </a:lnTo>
                <a:lnTo>
                  <a:pt x="813955" y="1981200"/>
                </a:lnTo>
                <a:lnTo>
                  <a:pt x="810717" y="1981200"/>
                </a:lnTo>
                <a:lnTo>
                  <a:pt x="799630" y="2019300"/>
                </a:lnTo>
                <a:lnTo>
                  <a:pt x="800150" y="2019300"/>
                </a:lnTo>
                <a:lnTo>
                  <a:pt x="789241" y="2044700"/>
                </a:lnTo>
                <a:lnTo>
                  <a:pt x="789762" y="2044700"/>
                </a:lnTo>
                <a:lnTo>
                  <a:pt x="779043" y="2082800"/>
                </a:lnTo>
                <a:lnTo>
                  <a:pt x="779551" y="2082800"/>
                </a:lnTo>
                <a:lnTo>
                  <a:pt x="769023" y="2108200"/>
                </a:lnTo>
                <a:lnTo>
                  <a:pt x="769518" y="2108200"/>
                </a:lnTo>
                <a:lnTo>
                  <a:pt x="762634" y="2133600"/>
                </a:lnTo>
                <a:lnTo>
                  <a:pt x="759675" y="2133600"/>
                </a:lnTo>
                <a:lnTo>
                  <a:pt x="749541" y="2171700"/>
                </a:lnTo>
                <a:lnTo>
                  <a:pt x="750011" y="2171700"/>
                </a:lnTo>
                <a:lnTo>
                  <a:pt x="740067" y="2197100"/>
                </a:lnTo>
                <a:lnTo>
                  <a:pt x="740536" y="2197100"/>
                </a:lnTo>
                <a:lnTo>
                  <a:pt x="730783" y="2235200"/>
                </a:lnTo>
                <a:lnTo>
                  <a:pt x="731240" y="2235200"/>
                </a:lnTo>
                <a:lnTo>
                  <a:pt x="721690" y="2260600"/>
                </a:lnTo>
                <a:lnTo>
                  <a:pt x="722134" y="2260600"/>
                </a:lnTo>
                <a:lnTo>
                  <a:pt x="712774" y="2298700"/>
                </a:lnTo>
                <a:lnTo>
                  <a:pt x="713206" y="2298700"/>
                </a:lnTo>
                <a:lnTo>
                  <a:pt x="704049" y="2324100"/>
                </a:lnTo>
                <a:lnTo>
                  <a:pt x="704469" y="2324100"/>
                </a:lnTo>
                <a:lnTo>
                  <a:pt x="698491" y="2349500"/>
                </a:lnTo>
                <a:lnTo>
                  <a:pt x="695921" y="2349500"/>
                </a:lnTo>
                <a:lnTo>
                  <a:pt x="687158" y="2387600"/>
                </a:lnTo>
                <a:lnTo>
                  <a:pt x="687565" y="2387600"/>
                </a:lnTo>
                <a:lnTo>
                  <a:pt x="681850" y="2413000"/>
                </a:lnTo>
                <a:lnTo>
                  <a:pt x="679386" y="2413000"/>
                </a:lnTo>
                <a:lnTo>
                  <a:pt x="671017" y="2451100"/>
                </a:lnTo>
                <a:lnTo>
                  <a:pt x="671410" y="2451100"/>
                </a:lnTo>
                <a:lnTo>
                  <a:pt x="663232" y="2476500"/>
                </a:lnTo>
                <a:lnTo>
                  <a:pt x="663613" y="2476500"/>
                </a:lnTo>
                <a:lnTo>
                  <a:pt x="655637" y="2514600"/>
                </a:lnTo>
                <a:lnTo>
                  <a:pt x="656005" y="2514600"/>
                </a:lnTo>
                <a:lnTo>
                  <a:pt x="648233" y="2540000"/>
                </a:lnTo>
                <a:lnTo>
                  <a:pt x="648588" y="2540000"/>
                </a:lnTo>
                <a:lnTo>
                  <a:pt x="641019" y="2578100"/>
                </a:lnTo>
                <a:lnTo>
                  <a:pt x="641375" y="2578100"/>
                </a:lnTo>
                <a:lnTo>
                  <a:pt x="633996" y="2603500"/>
                </a:lnTo>
                <a:lnTo>
                  <a:pt x="634339" y="2603500"/>
                </a:lnTo>
                <a:lnTo>
                  <a:pt x="627176" y="2641600"/>
                </a:lnTo>
                <a:lnTo>
                  <a:pt x="627507" y="2641600"/>
                </a:lnTo>
                <a:lnTo>
                  <a:pt x="620534" y="2667000"/>
                </a:lnTo>
                <a:lnTo>
                  <a:pt x="620864" y="2667000"/>
                </a:lnTo>
                <a:lnTo>
                  <a:pt x="614095" y="2705100"/>
                </a:lnTo>
                <a:lnTo>
                  <a:pt x="614413" y="2705100"/>
                </a:lnTo>
                <a:lnTo>
                  <a:pt x="610036" y="2730500"/>
                </a:lnTo>
                <a:lnTo>
                  <a:pt x="608152" y="2730500"/>
                </a:lnTo>
                <a:lnTo>
                  <a:pt x="601802" y="2768600"/>
                </a:lnTo>
                <a:lnTo>
                  <a:pt x="602094" y="2768600"/>
                </a:lnTo>
                <a:lnTo>
                  <a:pt x="597996" y="2794000"/>
                </a:lnTo>
                <a:lnTo>
                  <a:pt x="596226" y="2794000"/>
                </a:lnTo>
                <a:lnTo>
                  <a:pt x="590296" y="2832100"/>
                </a:lnTo>
                <a:lnTo>
                  <a:pt x="590562" y="2832100"/>
                </a:lnTo>
                <a:lnTo>
                  <a:pt x="584834" y="2870200"/>
                </a:lnTo>
                <a:lnTo>
                  <a:pt x="585088" y="2870200"/>
                </a:lnTo>
                <a:lnTo>
                  <a:pt x="579564" y="2895600"/>
                </a:lnTo>
                <a:lnTo>
                  <a:pt x="579818" y="2895600"/>
                </a:lnTo>
                <a:lnTo>
                  <a:pt x="574509" y="2933700"/>
                </a:lnTo>
                <a:lnTo>
                  <a:pt x="574751" y="2933700"/>
                </a:lnTo>
                <a:lnTo>
                  <a:pt x="569645" y="2959100"/>
                </a:lnTo>
                <a:lnTo>
                  <a:pt x="569874" y="2959100"/>
                </a:lnTo>
                <a:lnTo>
                  <a:pt x="564972" y="2997200"/>
                </a:lnTo>
                <a:lnTo>
                  <a:pt x="565200" y="2997200"/>
                </a:lnTo>
                <a:lnTo>
                  <a:pt x="562076" y="3022600"/>
                </a:lnTo>
                <a:lnTo>
                  <a:pt x="560730" y="3022600"/>
                </a:lnTo>
                <a:lnTo>
                  <a:pt x="556247" y="3060700"/>
                </a:lnTo>
                <a:lnTo>
                  <a:pt x="556450" y="3060700"/>
                </a:lnTo>
                <a:lnTo>
                  <a:pt x="552183" y="3098800"/>
                </a:lnTo>
                <a:lnTo>
                  <a:pt x="552386" y="3098800"/>
                </a:lnTo>
                <a:lnTo>
                  <a:pt x="548322" y="3124200"/>
                </a:lnTo>
                <a:lnTo>
                  <a:pt x="548513" y="3124200"/>
                </a:lnTo>
                <a:lnTo>
                  <a:pt x="544677" y="3162300"/>
                </a:lnTo>
                <a:lnTo>
                  <a:pt x="544842" y="3162300"/>
                </a:lnTo>
                <a:lnTo>
                  <a:pt x="541223" y="3187700"/>
                </a:lnTo>
                <a:lnTo>
                  <a:pt x="541388" y="3187700"/>
                </a:lnTo>
                <a:lnTo>
                  <a:pt x="537972" y="3225800"/>
                </a:lnTo>
                <a:lnTo>
                  <a:pt x="538124" y="3225800"/>
                </a:lnTo>
                <a:lnTo>
                  <a:pt x="534936" y="3263900"/>
                </a:lnTo>
                <a:lnTo>
                  <a:pt x="535076" y="3263900"/>
                </a:lnTo>
                <a:lnTo>
                  <a:pt x="532091" y="3289300"/>
                </a:lnTo>
                <a:lnTo>
                  <a:pt x="532231" y="3289300"/>
                </a:lnTo>
                <a:lnTo>
                  <a:pt x="529590" y="3327400"/>
                </a:lnTo>
                <a:lnTo>
                  <a:pt x="527888" y="3352800"/>
                </a:lnTo>
                <a:lnTo>
                  <a:pt x="527151" y="3352800"/>
                </a:lnTo>
                <a:lnTo>
                  <a:pt x="524929" y="3390900"/>
                </a:lnTo>
                <a:lnTo>
                  <a:pt x="522909" y="3429000"/>
                </a:lnTo>
                <a:lnTo>
                  <a:pt x="521106" y="3454400"/>
                </a:lnTo>
                <a:lnTo>
                  <a:pt x="519506" y="3492500"/>
                </a:lnTo>
                <a:lnTo>
                  <a:pt x="518109" y="3530600"/>
                </a:lnTo>
                <a:lnTo>
                  <a:pt x="516940" y="3556000"/>
                </a:lnTo>
                <a:lnTo>
                  <a:pt x="515975" y="3594100"/>
                </a:lnTo>
                <a:lnTo>
                  <a:pt x="515213" y="3632200"/>
                </a:lnTo>
                <a:lnTo>
                  <a:pt x="514680" y="3657600"/>
                </a:lnTo>
                <a:lnTo>
                  <a:pt x="514350" y="3695700"/>
                </a:lnTo>
                <a:lnTo>
                  <a:pt x="514443" y="3771900"/>
                </a:lnTo>
                <a:lnTo>
                  <a:pt x="514654" y="3797300"/>
                </a:lnTo>
                <a:lnTo>
                  <a:pt x="515188" y="3835400"/>
                </a:lnTo>
                <a:lnTo>
                  <a:pt x="515924" y="3860800"/>
                </a:lnTo>
                <a:lnTo>
                  <a:pt x="516890" y="3898900"/>
                </a:lnTo>
                <a:lnTo>
                  <a:pt x="518058" y="3937000"/>
                </a:lnTo>
                <a:lnTo>
                  <a:pt x="519430" y="3962400"/>
                </a:lnTo>
                <a:lnTo>
                  <a:pt x="521017" y="4000500"/>
                </a:lnTo>
                <a:lnTo>
                  <a:pt x="522909" y="4038600"/>
                </a:lnTo>
                <a:lnTo>
                  <a:pt x="523489" y="4038600"/>
                </a:lnTo>
                <a:lnTo>
                  <a:pt x="524827" y="4064000"/>
                </a:lnTo>
                <a:lnTo>
                  <a:pt x="527037" y="4102100"/>
                </a:lnTo>
                <a:lnTo>
                  <a:pt x="529461" y="4127500"/>
                </a:lnTo>
                <a:lnTo>
                  <a:pt x="532231" y="4165600"/>
                </a:lnTo>
                <a:lnTo>
                  <a:pt x="532091" y="4165600"/>
                </a:lnTo>
                <a:lnTo>
                  <a:pt x="535076" y="4203700"/>
                </a:lnTo>
                <a:lnTo>
                  <a:pt x="534936" y="4203700"/>
                </a:lnTo>
                <a:lnTo>
                  <a:pt x="538124" y="4229100"/>
                </a:lnTo>
                <a:lnTo>
                  <a:pt x="537972" y="4229100"/>
                </a:lnTo>
                <a:lnTo>
                  <a:pt x="541388" y="4267200"/>
                </a:lnTo>
                <a:lnTo>
                  <a:pt x="541223" y="4267200"/>
                </a:lnTo>
                <a:lnTo>
                  <a:pt x="544842" y="4292600"/>
                </a:lnTo>
                <a:lnTo>
                  <a:pt x="544677" y="4292600"/>
                </a:lnTo>
                <a:lnTo>
                  <a:pt x="548513" y="4330700"/>
                </a:lnTo>
                <a:lnTo>
                  <a:pt x="548322" y="4330700"/>
                </a:lnTo>
                <a:lnTo>
                  <a:pt x="552386" y="4368800"/>
                </a:lnTo>
                <a:lnTo>
                  <a:pt x="552183" y="4368800"/>
                </a:lnTo>
                <a:lnTo>
                  <a:pt x="556450" y="4394200"/>
                </a:lnTo>
                <a:lnTo>
                  <a:pt x="556247" y="4394200"/>
                </a:lnTo>
                <a:lnTo>
                  <a:pt x="560730" y="4432300"/>
                </a:lnTo>
                <a:lnTo>
                  <a:pt x="560514" y="4432300"/>
                </a:lnTo>
                <a:lnTo>
                  <a:pt x="565200" y="4457700"/>
                </a:lnTo>
                <a:lnTo>
                  <a:pt x="564972" y="4457700"/>
                </a:lnTo>
                <a:lnTo>
                  <a:pt x="569874" y="4495800"/>
                </a:lnTo>
                <a:lnTo>
                  <a:pt x="569645" y="4495800"/>
                </a:lnTo>
                <a:lnTo>
                  <a:pt x="574751" y="4533900"/>
                </a:lnTo>
                <a:lnTo>
                  <a:pt x="576279" y="4533900"/>
                </a:lnTo>
                <a:lnTo>
                  <a:pt x="579818" y="4559300"/>
                </a:lnTo>
                <a:lnTo>
                  <a:pt x="579564" y="4559300"/>
                </a:lnTo>
                <a:lnTo>
                  <a:pt x="585088" y="4597400"/>
                </a:lnTo>
                <a:lnTo>
                  <a:pt x="584834" y="4597400"/>
                </a:lnTo>
                <a:lnTo>
                  <a:pt x="590562" y="4622800"/>
                </a:lnTo>
                <a:lnTo>
                  <a:pt x="590296" y="4622800"/>
                </a:lnTo>
                <a:lnTo>
                  <a:pt x="596226" y="4660900"/>
                </a:lnTo>
                <a:lnTo>
                  <a:pt x="595947" y="4660900"/>
                </a:lnTo>
                <a:lnTo>
                  <a:pt x="602094" y="4686300"/>
                </a:lnTo>
                <a:lnTo>
                  <a:pt x="601802" y="4686300"/>
                </a:lnTo>
                <a:lnTo>
                  <a:pt x="608152" y="4724400"/>
                </a:lnTo>
                <a:lnTo>
                  <a:pt x="607847" y="4724400"/>
                </a:lnTo>
                <a:lnTo>
                  <a:pt x="614413" y="4749800"/>
                </a:lnTo>
                <a:lnTo>
                  <a:pt x="614095" y="4749800"/>
                </a:lnTo>
                <a:lnTo>
                  <a:pt x="620864" y="4787900"/>
                </a:lnTo>
                <a:lnTo>
                  <a:pt x="620534" y="4787900"/>
                </a:lnTo>
                <a:lnTo>
                  <a:pt x="627507" y="4813300"/>
                </a:lnTo>
                <a:lnTo>
                  <a:pt x="627176" y="4813300"/>
                </a:lnTo>
                <a:lnTo>
                  <a:pt x="634339" y="4851400"/>
                </a:lnTo>
                <a:lnTo>
                  <a:pt x="633996" y="4851400"/>
                </a:lnTo>
                <a:lnTo>
                  <a:pt x="641375" y="4876800"/>
                </a:lnTo>
                <a:lnTo>
                  <a:pt x="641019" y="4876800"/>
                </a:lnTo>
                <a:lnTo>
                  <a:pt x="648588" y="4914900"/>
                </a:lnTo>
                <a:lnTo>
                  <a:pt x="648233" y="4914900"/>
                </a:lnTo>
                <a:lnTo>
                  <a:pt x="656005" y="4940300"/>
                </a:lnTo>
                <a:lnTo>
                  <a:pt x="655637" y="4940300"/>
                </a:lnTo>
                <a:lnTo>
                  <a:pt x="663613" y="4978400"/>
                </a:lnTo>
                <a:lnTo>
                  <a:pt x="663232" y="4978400"/>
                </a:lnTo>
                <a:lnTo>
                  <a:pt x="671410" y="5003800"/>
                </a:lnTo>
                <a:lnTo>
                  <a:pt x="671017" y="5003800"/>
                </a:lnTo>
                <a:lnTo>
                  <a:pt x="679386" y="5041900"/>
                </a:lnTo>
                <a:lnTo>
                  <a:pt x="678992" y="5041900"/>
                </a:lnTo>
                <a:lnTo>
                  <a:pt x="687565" y="5067300"/>
                </a:lnTo>
                <a:lnTo>
                  <a:pt x="687158" y="5067300"/>
                </a:lnTo>
                <a:lnTo>
                  <a:pt x="695921" y="5105400"/>
                </a:lnTo>
                <a:lnTo>
                  <a:pt x="695502" y="5105400"/>
                </a:lnTo>
                <a:lnTo>
                  <a:pt x="704469" y="5130800"/>
                </a:lnTo>
                <a:lnTo>
                  <a:pt x="704049" y="5130800"/>
                </a:lnTo>
                <a:lnTo>
                  <a:pt x="713206" y="5168900"/>
                </a:lnTo>
                <a:lnTo>
                  <a:pt x="712774" y="5168900"/>
                </a:lnTo>
                <a:lnTo>
                  <a:pt x="722134" y="5194300"/>
                </a:lnTo>
                <a:lnTo>
                  <a:pt x="721690" y="5194300"/>
                </a:lnTo>
                <a:lnTo>
                  <a:pt x="731240" y="5232400"/>
                </a:lnTo>
                <a:lnTo>
                  <a:pt x="734034" y="5232400"/>
                </a:lnTo>
                <a:lnTo>
                  <a:pt x="740536" y="5257800"/>
                </a:lnTo>
                <a:lnTo>
                  <a:pt x="740067" y="5257800"/>
                </a:lnTo>
                <a:lnTo>
                  <a:pt x="750011" y="5283200"/>
                </a:lnTo>
                <a:lnTo>
                  <a:pt x="749541" y="5283200"/>
                </a:lnTo>
                <a:lnTo>
                  <a:pt x="759675" y="5321300"/>
                </a:lnTo>
                <a:lnTo>
                  <a:pt x="759193" y="5321300"/>
                </a:lnTo>
                <a:lnTo>
                  <a:pt x="769518" y="5346700"/>
                </a:lnTo>
                <a:lnTo>
                  <a:pt x="769023" y="5346700"/>
                </a:lnTo>
                <a:lnTo>
                  <a:pt x="779551" y="5384800"/>
                </a:lnTo>
                <a:lnTo>
                  <a:pt x="782616" y="5384800"/>
                </a:lnTo>
                <a:lnTo>
                  <a:pt x="789762" y="5410200"/>
                </a:lnTo>
                <a:lnTo>
                  <a:pt x="789241" y="5410200"/>
                </a:lnTo>
                <a:lnTo>
                  <a:pt x="800150" y="5435600"/>
                </a:lnTo>
                <a:lnTo>
                  <a:pt x="799630" y="5435600"/>
                </a:lnTo>
                <a:lnTo>
                  <a:pt x="810717" y="5473700"/>
                </a:lnTo>
                <a:lnTo>
                  <a:pt x="810196" y="5473700"/>
                </a:lnTo>
                <a:lnTo>
                  <a:pt x="821474" y="5499100"/>
                </a:lnTo>
                <a:lnTo>
                  <a:pt x="820928" y="5499100"/>
                </a:lnTo>
                <a:lnTo>
                  <a:pt x="832396" y="5537200"/>
                </a:lnTo>
                <a:lnTo>
                  <a:pt x="835736" y="5537200"/>
                </a:lnTo>
                <a:lnTo>
                  <a:pt x="843508" y="5562600"/>
                </a:lnTo>
                <a:lnTo>
                  <a:pt x="842949" y="5562600"/>
                </a:lnTo>
                <a:lnTo>
                  <a:pt x="854798" y="5588000"/>
                </a:lnTo>
                <a:lnTo>
                  <a:pt x="854227" y="5588000"/>
                </a:lnTo>
                <a:lnTo>
                  <a:pt x="866267" y="5626100"/>
                </a:lnTo>
                <a:lnTo>
                  <a:pt x="869763" y="5626100"/>
                </a:lnTo>
                <a:lnTo>
                  <a:pt x="877900" y="5651500"/>
                </a:lnTo>
                <a:lnTo>
                  <a:pt x="877328" y="5651500"/>
                </a:lnTo>
                <a:lnTo>
                  <a:pt x="889723" y="5676900"/>
                </a:lnTo>
                <a:lnTo>
                  <a:pt x="889139" y="5676900"/>
                </a:lnTo>
                <a:lnTo>
                  <a:pt x="901712" y="5715000"/>
                </a:lnTo>
                <a:lnTo>
                  <a:pt x="901115" y="5715000"/>
                </a:lnTo>
                <a:lnTo>
                  <a:pt x="913879" y="5740400"/>
                </a:lnTo>
                <a:lnTo>
                  <a:pt x="913282" y="5740400"/>
                </a:lnTo>
                <a:lnTo>
                  <a:pt x="926223" y="5765800"/>
                </a:lnTo>
                <a:lnTo>
                  <a:pt x="925614" y="5765800"/>
                </a:lnTo>
                <a:lnTo>
                  <a:pt x="938745" y="5803900"/>
                </a:lnTo>
                <a:lnTo>
                  <a:pt x="942560" y="5803900"/>
                </a:lnTo>
                <a:lnTo>
                  <a:pt x="951433" y="5829300"/>
                </a:lnTo>
                <a:lnTo>
                  <a:pt x="950798" y="5829300"/>
                </a:lnTo>
                <a:lnTo>
                  <a:pt x="964298" y="5854700"/>
                </a:lnTo>
                <a:lnTo>
                  <a:pt x="963650" y="5854700"/>
                </a:lnTo>
                <a:lnTo>
                  <a:pt x="977328" y="5880100"/>
                </a:lnTo>
                <a:lnTo>
                  <a:pt x="976680" y="5880100"/>
                </a:lnTo>
                <a:lnTo>
                  <a:pt x="990536" y="5918200"/>
                </a:lnTo>
                <a:lnTo>
                  <a:pt x="989876" y="5918200"/>
                </a:lnTo>
                <a:lnTo>
                  <a:pt x="1003909" y="5943600"/>
                </a:lnTo>
                <a:lnTo>
                  <a:pt x="1003249" y="5943600"/>
                </a:lnTo>
                <a:lnTo>
                  <a:pt x="1017460" y="5969000"/>
                </a:lnTo>
                <a:lnTo>
                  <a:pt x="1016787" y="5969000"/>
                </a:lnTo>
                <a:lnTo>
                  <a:pt x="1031163" y="6007100"/>
                </a:lnTo>
                <a:lnTo>
                  <a:pt x="1035346" y="6007100"/>
                </a:lnTo>
                <a:lnTo>
                  <a:pt x="1045057" y="6032500"/>
                </a:lnTo>
                <a:lnTo>
                  <a:pt x="1044359" y="6032500"/>
                </a:lnTo>
                <a:lnTo>
                  <a:pt x="1059103" y="6057900"/>
                </a:lnTo>
                <a:lnTo>
                  <a:pt x="1058405" y="6057900"/>
                </a:lnTo>
                <a:lnTo>
                  <a:pt x="1073315" y="6083300"/>
                </a:lnTo>
                <a:lnTo>
                  <a:pt x="1072616" y="6083300"/>
                </a:lnTo>
                <a:lnTo>
                  <a:pt x="1087704" y="6108700"/>
                </a:lnTo>
                <a:lnTo>
                  <a:pt x="1086992" y="6108700"/>
                </a:lnTo>
                <a:lnTo>
                  <a:pt x="1102258" y="6146800"/>
                </a:lnTo>
                <a:lnTo>
                  <a:pt x="1101534" y="6146800"/>
                </a:lnTo>
                <a:lnTo>
                  <a:pt x="1116977" y="6172200"/>
                </a:lnTo>
                <a:lnTo>
                  <a:pt x="1116241" y="6172200"/>
                </a:lnTo>
                <a:lnTo>
                  <a:pt x="1131849" y="6197600"/>
                </a:lnTo>
                <a:lnTo>
                  <a:pt x="1131112" y="6197600"/>
                </a:lnTo>
                <a:lnTo>
                  <a:pt x="1146898" y="6223000"/>
                </a:lnTo>
                <a:lnTo>
                  <a:pt x="1146162" y="6223000"/>
                </a:lnTo>
                <a:lnTo>
                  <a:pt x="1162113" y="6248400"/>
                </a:lnTo>
                <a:lnTo>
                  <a:pt x="1161351" y="6248400"/>
                </a:lnTo>
                <a:lnTo>
                  <a:pt x="1177480" y="6286500"/>
                </a:lnTo>
                <a:lnTo>
                  <a:pt x="1176718" y="6286500"/>
                </a:lnTo>
                <a:lnTo>
                  <a:pt x="1193012" y="6311900"/>
                </a:lnTo>
                <a:lnTo>
                  <a:pt x="1192250" y="6311900"/>
                </a:lnTo>
                <a:lnTo>
                  <a:pt x="1208709" y="6337300"/>
                </a:lnTo>
                <a:lnTo>
                  <a:pt x="1207935" y="6337300"/>
                </a:lnTo>
                <a:lnTo>
                  <a:pt x="1224572" y="6362700"/>
                </a:lnTo>
                <a:lnTo>
                  <a:pt x="1223784" y="6362700"/>
                </a:lnTo>
                <a:lnTo>
                  <a:pt x="1240586" y="6388100"/>
                </a:lnTo>
                <a:lnTo>
                  <a:pt x="1239799" y="6388100"/>
                </a:lnTo>
                <a:lnTo>
                  <a:pt x="1256766" y="6413500"/>
                </a:lnTo>
                <a:lnTo>
                  <a:pt x="1255966" y="6413500"/>
                </a:lnTo>
                <a:lnTo>
                  <a:pt x="1273098" y="6451600"/>
                </a:lnTo>
                <a:lnTo>
                  <a:pt x="1278056" y="6451600"/>
                </a:lnTo>
                <a:lnTo>
                  <a:pt x="1289596" y="6477000"/>
                </a:lnTo>
                <a:lnTo>
                  <a:pt x="1288783" y="6477000"/>
                </a:lnTo>
                <a:lnTo>
                  <a:pt x="1306245" y="6502400"/>
                </a:lnTo>
                <a:lnTo>
                  <a:pt x="1305420" y="6502400"/>
                </a:lnTo>
                <a:lnTo>
                  <a:pt x="1323047" y="6527800"/>
                </a:lnTo>
                <a:lnTo>
                  <a:pt x="1322222" y="6527800"/>
                </a:lnTo>
                <a:lnTo>
                  <a:pt x="1340015" y="6553200"/>
                </a:lnTo>
                <a:lnTo>
                  <a:pt x="1339189" y="6553200"/>
                </a:lnTo>
                <a:lnTo>
                  <a:pt x="1357134" y="6578600"/>
                </a:lnTo>
                <a:lnTo>
                  <a:pt x="1356296" y="6578600"/>
                </a:lnTo>
                <a:lnTo>
                  <a:pt x="1374394" y="6604000"/>
                </a:lnTo>
                <a:lnTo>
                  <a:pt x="1374394" y="7454900"/>
                </a:lnTo>
                <a:close/>
              </a:path>
              <a:path w="1374775" h="7454900">
                <a:moveTo>
                  <a:pt x="1288783" y="990600"/>
                </a:moveTo>
                <a:lnTo>
                  <a:pt x="1289596" y="977900"/>
                </a:lnTo>
                <a:lnTo>
                  <a:pt x="1294604" y="977900"/>
                </a:lnTo>
                <a:lnTo>
                  <a:pt x="1288783" y="990600"/>
                </a:lnTo>
                <a:close/>
              </a:path>
              <a:path w="1374775" h="7454900">
                <a:moveTo>
                  <a:pt x="1044359" y="1435100"/>
                </a:moveTo>
                <a:lnTo>
                  <a:pt x="1045057" y="1422400"/>
                </a:lnTo>
                <a:lnTo>
                  <a:pt x="1049273" y="1422400"/>
                </a:lnTo>
                <a:lnTo>
                  <a:pt x="1044359" y="1435100"/>
                </a:lnTo>
                <a:close/>
              </a:path>
              <a:path w="1374775" h="7454900">
                <a:moveTo>
                  <a:pt x="989876" y="1549400"/>
                </a:moveTo>
                <a:lnTo>
                  <a:pt x="990536" y="1536700"/>
                </a:lnTo>
                <a:lnTo>
                  <a:pt x="994553" y="1536700"/>
                </a:lnTo>
                <a:lnTo>
                  <a:pt x="989876" y="1549400"/>
                </a:lnTo>
                <a:close/>
              </a:path>
              <a:path w="1374775" h="7454900">
                <a:moveTo>
                  <a:pt x="810196" y="1993900"/>
                </a:moveTo>
                <a:lnTo>
                  <a:pt x="810717" y="1981200"/>
                </a:lnTo>
                <a:lnTo>
                  <a:pt x="813955" y="1981200"/>
                </a:lnTo>
                <a:lnTo>
                  <a:pt x="810196" y="1993900"/>
                </a:lnTo>
                <a:close/>
              </a:path>
              <a:path w="1374775" h="7454900">
                <a:moveTo>
                  <a:pt x="759193" y="2146300"/>
                </a:moveTo>
                <a:lnTo>
                  <a:pt x="759675" y="2133600"/>
                </a:lnTo>
                <a:lnTo>
                  <a:pt x="762634" y="2133600"/>
                </a:lnTo>
                <a:lnTo>
                  <a:pt x="759193" y="2146300"/>
                </a:lnTo>
                <a:close/>
              </a:path>
              <a:path w="1374775" h="7454900">
                <a:moveTo>
                  <a:pt x="695502" y="2362200"/>
                </a:moveTo>
                <a:lnTo>
                  <a:pt x="695921" y="2349500"/>
                </a:lnTo>
                <a:lnTo>
                  <a:pt x="698491" y="2349500"/>
                </a:lnTo>
                <a:lnTo>
                  <a:pt x="695502" y="2362200"/>
                </a:lnTo>
                <a:close/>
              </a:path>
              <a:path w="1374775" h="7454900">
                <a:moveTo>
                  <a:pt x="678992" y="2425700"/>
                </a:moveTo>
                <a:lnTo>
                  <a:pt x="679386" y="2413000"/>
                </a:lnTo>
                <a:lnTo>
                  <a:pt x="681850" y="2413000"/>
                </a:lnTo>
                <a:lnTo>
                  <a:pt x="678992" y="2425700"/>
                </a:lnTo>
                <a:close/>
              </a:path>
              <a:path w="1374775" h="7454900">
                <a:moveTo>
                  <a:pt x="607847" y="2743200"/>
                </a:moveTo>
                <a:lnTo>
                  <a:pt x="608152" y="2730500"/>
                </a:lnTo>
                <a:lnTo>
                  <a:pt x="610036" y="2730500"/>
                </a:lnTo>
                <a:lnTo>
                  <a:pt x="607847" y="2743200"/>
                </a:lnTo>
                <a:close/>
              </a:path>
              <a:path w="1374775" h="7454900">
                <a:moveTo>
                  <a:pt x="595947" y="2806700"/>
                </a:moveTo>
                <a:lnTo>
                  <a:pt x="596226" y="2794000"/>
                </a:lnTo>
                <a:lnTo>
                  <a:pt x="597996" y="2794000"/>
                </a:lnTo>
                <a:lnTo>
                  <a:pt x="595947" y="2806700"/>
                </a:lnTo>
                <a:close/>
              </a:path>
              <a:path w="1374775" h="7454900">
                <a:moveTo>
                  <a:pt x="560514" y="3035300"/>
                </a:moveTo>
                <a:lnTo>
                  <a:pt x="560730" y="3022600"/>
                </a:lnTo>
                <a:lnTo>
                  <a:pt x="562076" y="3022600"/>
                </a:lnTo>
                <a:lnTo>
                  <a:pt x="560514" y="3035300"/>
                </a:lnTo>
                <a:close/>
              </a:path>
              <a:path w="1374775" h="7454900">
                <a:moveTo>
                  <a:pt x="527037" y="3365500"/>
                </a:moveTo>
                <a:lnTo>
                  <a:pt x="527151" y="3352800"/>
                </a:lnTo>
                <a:lnTo>
                  <a:pt x="527888" y="3352800"/>
                </a:lnTo>
                <a:lnTo>
                  <a:pt x="527037" y="3365500"/>
                </a:lnTo>
                <a:close/>
              </a:path>
              <a:path w="1374775" h="7454900">
                <a:moveTo>
                  <a:pt x="523489" y="4038600"/>
                </a:moveTo>
                <a:lnTo>
                  <a:pt x="522909" y="4038600"/>
                </a:lnTo>
                <a:lnTo>
                  <a:pt x="522820" y="4025900"/>
                </a:lnTo>
                <a:lnTo>
                  <a:pt x="523489" y="4038600"/>
                </a:lnTo>
                <a:close/>
              </a:path>
              <a:path w="1374775" h="7454900">
                <a:moveTo>
                  <a:pt x="576279" y="4533900"/>
                </a:moveTo>
                <a:lnTo>
                  <a:pt x="574751" y="4533900"/>
                </a:lnTo>
                <a:lnTo>
                  <a:pt x="574509" y="4521200"/>
                </a:lnTo>
                <a:lnTo>
                  <a:pt x="576279" y="4533900"/>
                </a:lnTo>
                <a:close/>
              </a:path>
              <a:path w="1374775" h="7454900">
                <a:moveTo>
                  <a:pt x="734034" y="5232400"/>
                </a:moveTo>
                <a:lnTo>
                  <a:pt x="731240" y="5232400"/>
                </a:lnTo>
                <a:lnTo>
                  <a:pt x="730783" y="5219700"/>
                </a:lnTo>
                <a:lnTo>
                  <a:pt x="734034" y="5232400"/>
                </a:lnTo>
                <a:close/>
              </a:path>
              <a:path w="1374775" h="7454900">
                <a:moveTo>
                  <a:pt x="782616" y="5384800"/>
                </a:moveTo>
                <a:lnTo>
                  <a:pt x="779551" y="5384800"/>
                </a:lnTo>
                <a:lnTo>
                  <a:pt x="779043" y="5372100"/>
                </a:lnTo>
                <a:lnTo>
                  <a:pt x="782616" y="5384800"/>
                </a:lnTo>
                <a:close/>
              </a:path>
              <a:path w="1374775" h="7454900">
                <a:moveTo>
                  <a:pt x="835736" y="5537200"/>
                </a:moveTo>
                <a:lnTo>
                  <a:pt x="832396" y="5537200"/>
                </a:lnTo>
                <a:lnTo>
                  <a:pt x="831850" y="5524500"/>
                </a:lnTo>
                <a:lnTo>
                  <a:pt x="835736" y="5537200"/>
                </a:lnTo>
                <a:close/>
              </a:path>
              <a:path w="1374775" h="7454900">
                <a:moveTo>
                  <a:pt x="869763" y="5626100"/>
                </a:moveTo>
                <a:lnTo>
                  <a:pt x="866267" y="5626100"/>
                </a:lnTo>
                <a:lnTo>
                  <a:pt x="865695" y="5613400"/>
                </a:lnTo>
                <a:lnTo>
                  <a:pt x="869763" y="5626100"/>
                </a:lnTo>
                <a:close/>
              </a:path>
              <a:path w="1374775" h="7454900">
                <a:moveTo>
                  <a:pt x="942560" y="5803900"/>
                </a:moveTo>
                <a:lnTo>
                  <a:pt x="938745" y="5803900"/>
                </a:lnTo>
                <a:lnTo>
                  <a:pt x="938123" y="5791200"/>
                </a:lnTo>
                <a:lnTo>
                  <a:pt x="942560" y="5803900"/>
                </a:lnTo>
                <a:close/>
              </a:path>
              <a:path w="1374775" h="7454900">
                <a:moveTo>
                  <a:pt x="1035346" y="6007100"/>
                </a:moveTo>
                <a:lnTo>
                  <a:pt x="1031163" y="6007100"/>
                </a:lnTo>
                <a:lnTo>
                  <a:pt x="1030490" y="5994400"/>
                </a:lnTo>
                <a:lnTo>
                  <a:pt x="1035346" y="6007100"/>
                </a:lnTo>
                <a:close/>
              </a:path>
              <a:path w="1374775" h="7454900">
                <a:moveTo>
                  <a:pt x="1278056" y="6451600"/>
                </a:moveTo>
                <a:lnTo>
                  <a:pt x="1273098" y="6451600"/>
                </a:lnTo>
                <a:lnTo>
                  <a:pt x="1272286" y="6438900"/>
                </a:lnTo>
                <a:lnTo>
                  <a:pt x="1278056" y="6451600"/>
                </a:lnTo>
                <a:close/>
              </a:path>
            </a:pathLst>
          </a:custGeom>
          <a:solidFill>
            <a:srgbClr val="FC611F">
              <a:alpha val="11799"/>
            </a:srgbClr>
          </a:solidFill>
        </p:spPr>
        <p:txBody>
          <a:bodyPr wrap="square" lIns="0" tIns="0" rIns="0" bIns="0" rtlCol="0"/>
          <a:lstStyle/>
          <a:p>
            <a:endParaRPr/>
          </a:p>
        </p:txBody>
      </p:sp>
      <p:sp>
        <p:nvSpPr>
          <p:cNvPr id="18" name="object 18" descr="$PPTXTitle"/>
          <p:cNvSpPr txBox="1">
            <a:spLocks noGrp="1"/>
          </p:cNvSpPr>
          <p:nvPr>
            <p:ph type="title"/>
          </p:nvPr>
        </p:nvSpPr>
        <p:spPr>
          <a:prstGeom prst="rect">
            <a:avLst/>
          </a:prstGeom>
        </p:spPr>
        <p:txBody>
          <a:bodyPr vert="horz" wrap="square" lIns="0" tIns="65113" rIns="0" bIns="0" rtlCol="0">
            <a:spAutoFit/>
          </a:bodyPr>
          <a:lstStyle/>
          <a:p>
            <a:pPr marL="971550">
              <a:lnSpc>
                <a:spcPct val="100000"/>
              </a:lnSpc>
              <a:spcBef>
                <a:spcPts val="100"/>
              </a:spcBef>
            </a:pPr>
            <a:r>
              <a:rPr spc="-45" dirty="0"/>
              <a:t>IMPLEMENTATION</a:t>
            </a:r>
            <a:r>
              <a:rPr spc="-215" dirty="0"/>
              <a:t> </a:t>
            </a:r>
            <a:r>
              <a:rPr spc="-10" dirty="0"/>
              <a:t>SCREENSHOTS</a:t>
            </a:r>
          </a:p>
        </p:txBody>
      </p:sp>
      <p:sp>
        <p:nvSpPr>
          <p:cNvPr id="19" name="object 19"/>
          <p:cNvSpPr txBox="1"/>
          <p:nvPr/>
        </p:nvSpPr>
        <p:spPr>
          <a:xfrm>
            <a:off x="2288539" y="1650365"/>
            <a:ext cx="6856730" cy="878205"/>
          </a:xfrm>
          <a:prstGeom prst="rect">
            <a:avLst/>
          </a:prstGeom>
        </p:spPr>
        <p:txBody>
          <a:bodyPr vert="horz" wrap="square" lIns="0" tIns="12065" rIns="0" bIns="0" rtlCol="0">
            <a:spAutoFit/>
          </a:bodyPr>
          <a:lstStyle/>
          <a:p>
            <a:pPr marL="12700">
              <a:lnSpc>
                <a:spcPct val="100000"/>
              </a:lnSpc>
              <a:spcBef>
                <a:spcPts val="95"/>
              </a:spcBef>
            </a:pPr>
            <a:r>
              <a:rPr sz="2800" b="1" dirty="0">
                <a:latin typeface="Times New Roman"/>
                <a:cs typeface="Times New Roman"/>
              </a:rPr>
              <a:t>Home</a:t>
            </a:r>
            <a:r>
              <a:rPr sz="2800" b="1" spc="-55" dirty="0">
                <a:latin typeface="Times New Roman"/>
                <a:cs typeface="Times New Roman"/>
              </a:rPr>
              <a:t> </a:t>
            </a:r>
            <a:r>
              <a:rPr sz="2800" b="1" spc="-10" dirty="0">
                <a:latin typeface="Times New Roman"/>
                <a:cs typeface="Times New Roman"/>
              </a:rPr>
              <a:t>Page:</a:t>
            </a:r>
            <a:endParaRPr sz="2800">
              <a:latin typeface="Times New Roman"/>
              <a:cs typeface="Times New Roman"/>
            </a:endParaRPr>
          </a:p>
          <a:p>
            <a:pPr marL="12700">
              <a:lnSpc>
                <a:spcPct val="100000"/>
              </a:lnSpc>
              <a:tabLst>
                <a:tab pos="469265" algn="l"/>
              </a:tabLst>
            </a:pPr>
            <a:r>
              <a:rPr sz="2800" dirty="0">
                <a:latin typeface="Times New Roman"/>
                <a:cs typeface="Times New Roman"/>
              </a:rPr>
              <a:t>-	Displays</a:t>
            </a:r>
            <a:r>
              <a:rPr sz="2800" spc="-30" dirty="0">
                <a:latin typeface="Times New Roman"/>
                <a:cs typeface="Times New Roman"/>
              </a:rPr>
              <a:t> </a:t>
            </a:r>
            <a:r>
              <a:rPr sz="2800" dirty="0">
                <a:latin typeface="Times New Roman"/>
                <a:cs typeface="Times New Roman"/>
              </a:rPr>
              <a:t>list</a:t>
            </a:r>
            <a:r>
              <a:rPr sz="2800" spc="-30" dirty="0">
                <a:latin typeface="Times New Roman"/>
                <a:cs typeface="Times New Roman"/>
              </a:rPr>
              <a:t> </a:t>
            </a:r>
            <a:r>
              <a:rPr sz="2800" dirty="0">
                <a:latin typeface="Times New Roman"/>
                <a:cs typeface="Times New Roman"/>
              </a:rPr>
              <a:t>of</a:t>
            </a:r>
            <a:r>
              <a:rPr sz="2800" spc="-30" dirty="0">
                <a:latin typeface="Times New Roman"/>
                <a:cs typeface="Times New Roman"/>
              </a:rPr>
              <a:t> </a:t>
            </a:r>
            <a:r>
              <a:rPr sz="2800" dirty="0">
                <a:latin typeface="Times New Roman"/>
                <a:cs typeface="Times New Roman"/>
              </a:rPr>
              <a:t>events</a:t>
            </a:r>
            <a:r>
              <a:rPr sz="2800" spc="-30" dirty="0">
                <a:latin typeface="Times New Roman"/>
                <a:cs typeface="Times New Roman"/>
              </a:rPr>
              <a:t> </a:t>
            </a:r>
            <a:r>
              <a:rPr sz="2800" dirty="0">
                <a:latin typeface="Times New Roman"/>
                <a:cs typeface="Times New Roman"/>
              </a:rPr>
              <a:t>available</a:t>
            </a:r>
            <a:r>
              <a:rPr sz="2800" spc="-25" dirty="0">
                <a:latin typeface="Times New Roman"/>
                <a:cs typeface="Times New Roman"/>
              </a:rPr>
              <a:t> </a:t>
            </a:r>
            <a:r>
              <a:rPr sz="2800" dirty="0">
                <a:latin typeface="Times New Roman"/>
                <a:cs typeface="Times New Roman"/>
              </a:rPr>
              <a:t>for</a:t>
            </a:r>
            <a:r>
              <a:rPr sz="2800" spc="-35" dirty="0">
                <a:latin typeface="Times New Roman"/>
                <a:cs typeface="Times New Roman"/>
              </a:rPr>
              <a:t> </a:t>
            </a:r>
            <a:r>
              <a:rPr sz="2800" spc="-10" dirty="0">
                <a:latin typeface="Times New Roman"/>
                <a:cs typeface="Times New Roman"/>
              </a:rPr>
              <a:t>students.</a:t>
            </a:r>
            <a:endParaRPr sz="2800">
              <a:latin typeface="Times New Roman"/>
              <a:cs typeface="Times New Roman"/>
            </a:endParaRPr>
          </a:p>
        </p:txBody>
      </p:sp>
      <p:sp>
        <p:nvSpPr>
          <p:cNvPr id="20" name="object 20"/>
          <p:cNvSpPr txBox="1"/>
          <p:nvPr/>
        </p:nvSpPr>
        <p:spPr>
          <a:xfrm>
            <a:off x="2288539" y="5490844"/>
            <a:ext cx="6342380" cy="878205"/>
          </a:xfrm>
          <a:prstGeom prst="rect">
            <a:avLst/>
          </a:prstGeom>
        </p:spPr>
        <p:txBody>
          <a:bodyPr vert="horz" wrap="square" lIns="0" tIns="12065" rIns="0" bIns="0" rtlCol="0">
            <a:spAutoFit/>
          </a:bodyPr>
          <a:lstStyle/>
          <a:p>
            <a:pPr marL="12700">
              <a:lnSpc>
                <a:spcPct val="100000"/>
              </a:lnSpc>
              <a:spcBef>
                <a:spcPts val="95"/>
              </a:spcBef>
            </a:pPr>
            <a:r>
              <a:rPr sz="2800" b="1" dirty="0">
                <a:latin typeface="Times New Roman"/>
                <a:cs typeface="Times New Roman"/>
              </a:rPr>
              <a:t>Admin</a:t>
            </a:r>
            <a:r>
              <a:rPr sz="2800" b="1" spc="-75" dirty="0">
                <a:latin typeface="Times New Roman"/>
                <a:cs typeface="Times New Roman"/>
              </a:rPr>
              <a:t> </a:t>
            </a:r>
            <a:r>
              <a:rPr sz="2800" b="1" spc="-20" dirty="0">
                <a:latin typeface="Times New Roman"/>
                <a:cs typeface="Times New Roman"/>
              </a:rPr>
              <a:t>Page:</a:t>
            </a:r>
            <a:endParaRPr sz="2800">
              <a:latin typeface="Times New Roman"/>
              <a:cs typeface="Times New Roman"/>
            </a:endParaRPr>
          </a:p>
          <a:p>
            <a:pPr marL="12700">
              <a:lnSpc>
                <a:spcPct val="100000"/>
              </a:lnSpc>
              <a:tabLst>
                <a:tab pos="469265" algn="l"/>
              </a:tabLst>
            </a:pPr>
            <a:r>
              <a:rPr sz="2800" dirty="0">
                <a:latin typeface="Times New Roman"/>
                <a:cs typeface="Times New Roman"/>
              </a:rPr>
              <a:t>-	Allows</a:t>
            </a:r>
            <a:r>
              <a:rPr sz="2800" spc="-40" dirty="0">
                <a:latin typeface="Times New Roman"/>
                <a:cs typeface="Times New Roman"/>
              </a:rPr>
              <a:t> </a:t>
            </a:r>
            <a:r>
              <a:rPr sz="2800" dirty="0">
                <a:latin typeface="Times New Roman"/>
                <a:cs typeface="Times New Roman"/>
              </a:rPr>
              <a:t>admin</a:t>
            </a:r>
            <a:r>
              <a:rPr sz="2800" spc="-35" dirty="0">
                <a:latin typeface="Times New Roman"/>
                <a:cs typeface="Times New Roman"/>
              </a:rPr>
              <a:t> </a:t>
            </a:r>
            <a:r>
              <a:rPr sz="2800" dirty="0">
                <a:latin typeface="Times New Roman"/>
                <a:cs typeface="Times New Roman"/>
              </a:rPr>
              <a:t>to</a:t>
            </a:r>
            <a:r>
              <a:rPr sz="2800" spc="-35" dirty="0">
                <a:latin typeface="Times New Roman"/>
                <a:cs typeface="Times New Roman"/>
              </a:rPr>
              <a:t> </a:t>
            </a:r>
            <a:r>
              <a:rPr sz="2800" dirty="0">
                <a:latin typeface="Times New Roman"/>
                <a:cs typeface="Times New Roman"/>
              </a:rPr>
              <a:t>add</a:t>
            </a:r>
            <a:r>
              <a:rPr sz="2800" spc="-35"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dirty="0">
                <a:latin typeface="Times New Roman"/>
                <a:cs typeface="Times New Roman"/>
              </a:rPr>
              <a:t>manage</a:t>
            </a:r>
            <a:r>
              <a:rPr sz="2800" spc="-35" dirty="0">
                <a:latin typeface="Times New Roman"/>
                <a:cs typeface="Times New Roman"/>
              </a:rPr>
              <a:t> </a:t>
            </a:r>
            <a:r>
              <a:rPr sz="2800" spc="-10" dirty="0">
                <a:latin typeface="Times New Roman"/>
                <a:cs typeface="Times New Roman"/>
              </a:rPr>
              <a:t>events.</a:t>
            </a:r>
            <a:endParaRPr sz="2800">
              <a:latin typeface="Times New Roman"/>
              <a:cs typeface="Times New Roman"/>
            </a:endParaRPr>
          </a:p>
        </p:txBody>
      </p:sp>
      <p:pic>
        <p:nvPicPr>
          <p:cNvPr id="24" name="Picture 23" descr="The image displays a vibrant, dynamic web page layout for an upcoming events platform, featuring a calendar of various tech and sports events, with different spots and dates for events such as conferences, symposiums, workshops, and competitions.&#10;&#10;AI-generated content may be incorrect.">
            <a:extLst>
              <a:ext uri="{FF2B5EF4-FFF2-40B4-BE49-F238E27FC236}">
                <a16:creationId xmlns:a16="http://schemas.microsoft.com/office/drawing/2014/main" id="{A3BC5F36-284C-6A2F-BF15-D775FECA606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58910" y="2107539"/>
            <a:ext cx="6995041" cy="3349625"/>
          </a:xfrm>
          <a:prstGeom prst="rect">
            <a:avLst/>
          </a:prstGeom>
        </p:spPr>
      </p:pic>
      <p:pic>
        <p:nvPicPr>
          <p:cNvPr id="28" name="Picture 27" descr="The image displays a dashboard interface for the VELTECH EVENTS platform, featuring various sections such as Home, Events, Dashboard, Registrations, and Event Management, with specific event details for events like Tech Fest 2026 and an Annual Sports Meet.&#10;&#10;AI-generated content may be incorrect.">
            <a:extLst>
              <a:ext uri="{FF2B5EF4-FFF2-40B4-BE49-F238E27FC236}">
                <a16:creationId xmlns:a16="http://schemas.microsoft.com/office/drawing/2014/main" id="{9942E3CC-9483-86B4-DDC1-D862D8597FA2}"/>
              </a:ext>
            </a:extLst>
          </p:cNvPr>
          <p:cNvPicPr>
            <a:picLocks noChangeAspect="1"/>
          </p:cNvPicPr>
          <p:nvPr/>
        </p:nvPicPr>
        <p:blipFill>
          <a:blip r:embed="rId8"/>
          <a:stretch>
            <a:fillRect/>
          </a:stretch>
        </p:blipFill>
        <p:spPr>
          <a:xfrm>
            <a:off x="9300672" y="5729579"/>
            <a:ext cx="6984422" cy="375732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5583" y="6653898"/>
            <a:ext cx="992505" cy="992505"/>
          </a:xfrm>
          <a:custGeom>
            <a:avLst/>
            <a:gdLst/>
            <a:ahLst/>
            <a:cxnLst/>
            <a:rect l="l" t="t" r="r" b="b"/>
            <a:pathLst>
              <a:path w="992505" h="992504">
                <a:moveTo>
                  <a:pt x="496239" y="992454"/>
                </a:moveTo>
                <a:lnTo>
                  <a:pt x="448448" y="990182"/>
                </a:lnTo>
                <a:lnTo>
                  <a:pt x="401942" y="983506"/>
                </a:lnTo>
                <a:lnTo>
                  <a:pt x="356929" y="972634"/>
                </a:lnTo>
                <a:lnTo>
                  <a:pt x="313618" y="957773"/>
                </a:lnTo>
                <a:lnTo>
                  <a:pt x="272216" y="939131"/>
                </a:lnTo>
                <a:lnTo>
                  <a:pt x="232930" y="916917"/>
                </a:lnTo>
                <a:lnTo>
                  <a:pt x="195970" y="891338"/>
                </a:lnTo>
                <a:lnTo>
                  <a:pt x="161543" y="862602"/>
                </a:lnTo>
                <a:lnTo>
                  <a:pt x="129857" y="830917"/>
                </a:lnTo>
                <a:lnTo>
                  <a:pt x="101120" y="796491"/>
                </a:lnTo>
                <a:lnTo>
                  <a:pt x="75540" y="759532"/>
                </a:lnTo>
                <a:lnTo>
                  <a:pt x="53325" y="720248"/>
                </a:lnTo>
                <a:lnTo>
                  <a:pt x="34682" y="678846"/>
                </a:lnTo>
                <a:lnTo>
                  <a:pt x="19820" y="635535"/>
                </a:lnTo>
                <a:lnTo>
                  <a:pt x="8947" y="590523"/>
                </a:lnTo>
                <a:lnTo>
                  <a:pt x="2271" y="544018"/>
                </a:lnTo>
                <a:lnTo>
                  <a:pt x="0" y="496227"/>
                </a:lnTo>
                <a:lnTo>
                  <a:pt x="2271" y="448435"/>
                </a:lnTo>
                <a:lnTo>
                  <a:pt x="8947" y="401930"/>
                </a:lnTo>
                <a:lnTo>
                  <a:pt x="19820" y="356918"/>
                </a:lnTo>
                <a:lnTo>
                  <a:pt x="34682" y="313607"/>
                </a:lnTo>
                <a:lnTo>
                  <a:pt x="53325" y="272206"/>
                </a:lnTo>
                <a:lnTo>
                  <a:pt x="75540" y="232921"/>
                </a:lnTo>
                <a:lnTo>
                  <a:pt x="101120" y="195962"/>
                </a:lnTo>
                <a:lnTo>
                  <a:pt x="129857" y="161536"/>
                </a:lnTo>
                <a:lnTo>
                  <a:pt x="161543" y="129851"/>
                </a:lnTo>
                <a:lnTo>
                  <a:pt x="195970" y="101115"/>
                </a:lnTo>
                <a:lnTo>
                  <a:pt x="232930" y="75536"/>
                </a:lnTo>
                <a:lnTo>
                  <a:pt x="272216" y="53322"/>
                </a:lnTo>
                <a:lnTo>
                  <a:pt x="313618" y="34680"/>
                </a:lnTo>
                <a:lnTo>
                  <a:pt x="356929" y="19819"/>
                </a:lnTo>
                <a:lnTo>
                  <a:pt x="401942" y="8947"/>
                </a:lnTo>
                <a:lnTo>
                  <a:pt x="448448" y="2271"/>
                </a:lnTo>
                <a:lnTo>
                  <a:pt x="496239" y="0"/>
                </a:lnTo>
                <a:lnTo>
                  <a:pt x="544028" y="2271"/>
                </a:lnTo>
                <a:lnTo>
                  <a:pt x="590533" y="8947"/>
                </a:lnTo>
                <a:lnTo>
                  <a:pt x="635544" y="19819"/>
                </a:lnTo>
                <a:lnTo>
                  <a:pt x="678854" y="34680"/>
                </a:lnTo>
                <a:lnTo>
                  <a:pt x="720255" y="53322"/>
                </a:lnTo>
                <a:lnTo>
                  <a:pt x="759539" y="75536"/>
                </a:lnTo>
                <a:lnTo>
                  <a:pt x="796498" y="101115"/>
                </a:lnTo>
                <a:lnTo>
                  <a:pt x="830924" y="129851"/>
                </a:lnTo>
                <a:lnTo>
                  <a:pt x="862610" y="161536"/>
                </a:lnTo>
                <a:lnTo>
                  <a:pt x="891347" y="195962"/>
                </a:lnTo>
                <a:lnTo>
                  <a:pt x="916927" y="232921"/>
                </a:lnTo>
                <a:lnTo>
                  <a:pt x="939142" y="272206"/>
                </a:lnTo>
                <a:lnTo>
                  <a:pt x="957784" y="313607"/>
                </a:lnTo>
                <a:lnTo>
                  <a:pt x="972646" y="356918"/>
                </a:lnTo>
                <a:lnTo>
                  <a:pt x="983518" y="401930"/>
                </a:lnTo>
                <a:lnTo>
                  <a:pt x="990195" y="448435"/>
                </a:lnTo>
                <a:lnTo>
                  <a:pt x="992466" y="496227"/>
                </a:lnTo>
                <a:lnTo>
                  <a:pt x="990195" y="544018"/>
                </a:lnTo>
                <a:lnTo>
                  <a:pt x="983518" y="590523"/>
                </a:lnTo>
                <a:lnTo>
                  <a:pt x="972646" y="635535"/>
                </a:lnTo>
                <a:lnTo>
                  <a:pt x="957784" y="678846"/>
                </a:lnTo>
                <a:lnTo>
                  <a:pt x="939142" y="720248"/>
                </a:lnTo>
                <a:lnTo>
                  <a:pt x="916927" y="759532"/>
                </a:lnTo>
                <a:lnTo>
                  <a:pt x="891347" y="796491"/>
                </a:lnTo>
                <a:lnTo>
                  <a:pt x="862610" y="830917"/>
                </a:lnTo>
                <a:lnTo>
                  <a:pt x="830924" y="862602"/>
                </a:lnTo>
                <a:lnTo>
                  <a:pt x="796498" y="891338"/>
                </a:lnTo>
                <a:lnTo>
                  <a:pt x="759539" y="916917"/>
                </a:lnTo>
                <a:lnTo>
                  <a:pt x="720255" y="939131"/>
                </a:lnTo>
                <a:lnTo>
                  <a:pt x="678854" y="957773"/>
                </a:lnTo>
                <a:lnTo>
                  <a:pt x="635544" y="972634"/>
                </a:lnTo>
                <a:lnTo>
                  <a:pt x="590533" y="983506"/>
                </a:lnTo>
                <a:lnTo>
                  <a:pt x="544028" y="990182"/>
                </a:lnTo>
                <a:lnTo>
                  <a:pt x="496239" y="992454"/>
                </a:lnTo>
                <a:close/>
              </a:path>
            </a:pathLst>
          </a:custGeom>
          <a:solidFill>
            <a:srgbClr val="FC611F"/>
          </a:solidFill>
        </p:spPr>
        <p:txBody>
          <a:bodyPr wrap="square" lIns="0" tIns="0" rIns="0" bIns="0" rtlCol="0"/>
          <a:lstStyle/>
          <a:p>
            <a:endParaRPr/>
          </a:p>
        </p:txBody>
      </p:sp>
      <p:pic>
        <p:nvPicPr>
          <p:cNvPr id="3" name="object 3"/>
          <p:cNvPicPr/>
          <p:nvPr/>
        </p:nvPicPr>
        <p:blipFill>
          <a:blip r:embed="rId2" cstate="print"/>
          <a:stretch>
            <a:fillRect/>
          </a:stretch>
        </p:blipFill>
        <p:spPr>
          <a:xfrm>
            <a:off x="973061" y="3310978"/>
            <a:ext cx="517512" cy="552450"/>
          </a:xfrm>
          <a:prstGeom prst="rect">
            <a:avLst/>
          </a:prstGeom>
        </p:spPr>
      </p:pic>
      <p:pic>
        <p:nvPicPr>
          <p:cNvPr id="4" name="object 4"/>
          <p:cNvPicPr/>
          <p:nvPr/>
        </p:nvPicPr>
        <p:blipFill>
          <a:blip r:embed="rId3" cstate="print"/>
          <a:stretch>
            <a:fillRect/>
          </a:stretch>
        </p:blipFill>
        <p:spPr>
          <a:xfrm>
            <a:off x="973061" y="1977580"/>
            <a:ext cx="517512" cy="552450"/>
          </a:xfrm>
          <a:prstGeom prst="rect">
            <a:avLst/>
          </a:prstGeom>
        </p:spPr>
      </p:pic>
      <p:sp>
        <p:nvSpPr>
          <p:cNvPr id="5" name="object 5"/>
          <p:cNvSpPr txBox="1"/>
          <p:nvPr/>
        </p:nvSpPr>
        <p:spPr>
          <a:xfrm>
            <a:off x="1180325" y="2107539"/>
            <a:ext cx="103505" cy="285750"/>
          </a:xfrm>
          <a:prstGeom prst="rect">
            <a:avLst/>
          </a:prstGeom>
        </p:spPr>
        <p:txBody>
          <a:bodyPr vert="horz" wrap="square" lIns="0" tIns="13335" rIns="0" bIns="0" rtlCol="0">
            <a:spAutoFit/>
          </a:bodyPr>
          <a:lstStyle/>
          <a:p>
            <a:pPr marL="12700">
              <a:lnSpc>
                <a:spcPct val="100000"/>
              </a:lnSpc>
              <a:spcBef>
                <a:spcPts val="105"/>
              </a:spcBef>
            </a:pPr>
            <a:r>
              <a:rPr sz="1700" spc="-375" dirty="0">
                <a:solidFill>
                  <a:srgbClr val="181818"/>
                </a:solidFill>
                <a:latin typeface="Tahoma"/>
                <a:cs typeface="Tahoma"/>
              </a:rPr>
              <a:t>1</a:t>
            </a:r>
            <a:endParaRPr sz="1700">
              <a:latin typeface="Tahoma"/>
              <a:cs typeface="Tahoma"/>
            </a:endParaRPr>
          </a:p>
        </p:txBody>
      </p:sp>
      <p:pic>
        <p:nvPicPr>
          <p:cNvPr id="6" name="object 6"/>
          <p:cNvPicPr/>
          <p:nvPr/>
        </p:nvPicPr>
        <p:blipFill>
          <a:blip r:embed="rId2" cstate="print"/>
          <a:stretch>
            <a:fillRect/>
          </a:stretch>
        </p:blipFill>
        <p:spPr>
          <a:xfrm>
            <a:off x="973061" y="3978605"/>
            <a:ext cx="517512" cy="552450"/>
          </a:xfrm>
          <a:prstGeom prst="rect">
            <a:avLst/>
          </a:prstGeom>
        </p:spPr>
      </p:pic>
      <p:pic>
        <p:nvPicPr>
          <p:cNvPr id="7" name="object 7"/>
          <p:cNvPicPr/>
          <p:nvPr/>
        </p:nvPicPr>
        <p:blipFill>
          <a:blip r:embed="rId4" cstate="print"/>
          <a:stretch>
            <a:fillRect/>
          </a:stretch>
        </p:blipFill>
        <p:spPr>
          <a:xfrm>
            <a:off x="973061" y="2643352"/>
            <a:ext cx="517512" cy="552450"/>
          </a:xfrm>
          <a:prstGeom prst="rect">
            <a:avLst/>
          </a:prstGeom>
        </p:spPr>
      </p:pic>
      <p:sp>
        <p:nvSpPr>
          <p:cNvPr id="8" name="object 8"/>
          <p:cNvSpPr txBox="1"/>
          <p:nvPr/>
        </p:nvSpPr>
        <p:spPr>
          <a:xfrm>
            <a:off x="1154290" y="2773298"/>
            <a:ext cx="155575" cy="285750"/>
          </a:xfrm>
          <a:prstGeom prst="rect">
            <a:avLst/>
          </a:prstGeom>
        </p:spPr>
        <p:txBody>
          <a:bodyPr vert="horz" wrap="square" lIns="0" tIns="13335" rIns="0" bIns="0" rtlCol="0">
            <a:spAutoFit/>
          </a:bodyPr>
          <a:lstStyle/>
          <a:p>
            <a:pPr marL="12700">
              <a:lnSpc>
                <a:spcPct val="100000"/>
              </a:lnSpc>
              <a:spcBef>
                <a:spcPts val="105"/>
              </a:spcBef>
            </a:pPr>
            <a:r>
              <a:rPr sz="1700" spc="40" dirty="0">
                <a:solidFill>
                  <a:srgbClr val="181818"/>
                </a:solidFill>
                <a:latin typeface="Tahoma"/>
                <a:cs typeface="Tahoma"/>
              </a:rPr>
              <a:t>2</a:t>
            </a:r>
            <a:endParaRPr sz="1700">
              <a:latin typeface="Tahoma"/>
              <a:cs typeface="Tahoma"/>
            </a:endParaRPr>
          </a:p>
        </p:txBody>
      </p:sp>
      <p:pic>
        <p:nvPicPr>
          <p:cNvPr id="9" name="object 9"/>
          <p:cNvPicPr/>
          <p:nvPr/>
        </p:nvPicPr>
        <p:blipFill>
          <a:blip r:embed="rId2" cstate="print"/>
          <a:stretch>
            <a:fillRect/>
          </a:stretch>
        </p:blipFill>
        <p:spPr>
          <a:xfrm>
            <a:off x="973061" y="5313870"/>
            <a:ext cx="517512" cy="552450"/>
          </a:xfrm>
          <a:prstGeom prst="rect">
            <a:avLst/>
          </a:prstGeom>
        </p:spPr>
      </p:pic>
      <p:pic>
        <p:nvPicPr>
          <p:cNvPr id="10" name="object 10"/>
          <p:cNvPicPr/>
          <p:nvPr/>
        </p:nvPicPr>
        <p:blipFill>
          <a:blip r:embed="rId4" cstate="print"/>
          <a:stretch>
            <a:fillRect/>
          </a:stretch>
        </p:blipFill>
        <p:spPr>
          <a:xfrm>
            <a:off x="973061" y="4646244"/>
            <a:ext cx="517512" cy="552450"/>
          </a:xfrm>
          <a:prstGeom prst="rect">
            <a:avLst/>
          </a:prstGeom>
        </p:spPr>
      </p:pic>
      <p:pic>
        <p:nvPicPr>
          <p:cNvPr id="11" name="object 11"/>
          <p:cNvPicPr/>
          <p:nvPr/>
        </p:nvPicPr>
        <p:blipFill>
          <a:blip r:embed="rId5" cstate="print"/>
          <a:stretch>
            <a:fillRect/>
          </a:stretch>
        </p:blipFill>
        <p:spPr>
          <a:xfrm>
            <a:off x="973061" y="5981496"/>
            <a:ext cx="517512" cy="552449"/>
          </a:xfrm>
          <a:prstGeom prst="rect">
            <a:avLst/>
          </a:prstGeom>
        </p:spPr>
      </p:pic>
      <p:pic>
        <p:nvPicPr>
          <p:cNvPr id="12" name="object 12"/>
          <p:cNvPicPr/>
          <p:nvPr/>
        </p:nvPicPr>
        <p:blipFill>
          <a:blip r:embed="rId2" cstate="print"/>
          <a:stretch>
            <a:fillRect/>
          </a:stretch>
        </p:blipFill>
        <p:spPr>
          <a:xfrm>
            <a:off x="973061" y="7756080"/>
            <a:ext cx="517512" cy="552450"/>
          </a:xfrm>
          <a:prstGeom prst="rect">
            <a:avLst/>
          </a:prstGeom>
        </p:spPr>
      </p:pic>
      <p:sp>
        <p:nvSpPr>
          <p:cNvPr id="13" name="object 13"/>
          <p:cNvSpPr txBox="1"/>
          <p:nvPr/>
        </p:nvSpPr>
        <p:spPr>
          <a:xfrm>
            <a:off x="879436" y="3440938"/>
            <a:ext cx="704215" cy="4730750"/>
          </a:xfrm>
          <a:prstGeom prst="rect">
            <a:avLst/>
          </a:prstGeom>
        </p:spPr>
        <p:txBody>
          <a:bodyPr vert="horz" wrap="square" lIns="0" tIns="13335" rIns="0" bIns="0" rtlCol="0">
            <a:spAutoFit/>
          </a:bodyPr>
          <a:lstStyle/>
          <a:p>
            <a:pPr marL="1270" algn="ctr">
              <a:lnSpc>
                <a:spcPct val="100000"/>
              </a:lnSpc>
              <a:spcBef>
                <a:spcPts val="105"/>
              </a:spcBef>
            </a:pPr>
            <a:r>
              <a:rPr sz="1700" spc="60" dirty="0">
                <a:solidFill>
                  <a:srgbClr val="181818"/>
                </a:solidFill>
                <a:latin typeface="Tahoma"/>
                <a:cs typeface="Tahoma"/>
              </a:rPr>
              <a:t>3</a:t>
            </a:r>
            <a:endParaRPr sz="1700">
              <a:latin typeface="Tahoma"/>
              <a:cs typeface="Tahoma"/>
            </a:endParaRPr>
          </a:p>
          <a:p>
            <a:pPr>
              <a:lnSpc>
                <a:spcPct val="100000"/>
              </a:lnSpc>
              <a:spcBef>
                <a:spcPts val="1160"/>
              </a:spcBef>
            </a:pPr>
            <a:endParaRPr sz="1700">
              <a:latin typeface="Tahoma"/>
              <a:cs typeface="Tahoma"/>
            </a:endParaRPr>
          </a:p>
          <a:p>
            <a:pPr marL="1270" algn="ctr">
              <a:lnSpc>
                <a:spcPct val="100000"/>
              </a:lnSpc>
              <a:spcBef>
                <a:spcPts val="5"/>
              </a:spcBef>
            </a:pPr>
            <a:r>
              <a:rPr sz="1700" spc="160" dirty="0">
                <a:solidFill>
                  <a:srgbClr val="181818"/>
                </a:solidFill>
                <a:latin typeface="Tahoma"/>
                <a:cs typeface="Tahoma"/>
              </a:rPr>
              <a:t>4</a:t>
            </a:r>
            <a:endParaRPr sz="1700">
              <a:latin typeface="Tahoma"/>
              <a:cs typeface="Tahoma"/>
            </a:endParaRPr>
          </a:p>
          <a:p>
            <a:pPr>
              <a:lnSpc>
                <a:spcPct val="100000"/>
              </a:lnSpc>
              <a:spcBef>
                <a:spcPts val="1160"/>
              </a:spcBef>
            </a:pPr>
            <a:endParaRPr sz="1700">
              <a:latin typeface="Tahoma"/>
              <a:cs typeface="Tahoma"/>
            </a:endParaRPr>
          </a:p>
          <a:p>
            <a:pPr marL="1270" algn="ctr">
              <a:lnSpc>
                <a:spcPct val="100000"/>
              </a:lnSpc>
              <a:spcBef>
                <a:spcPts val="5"/>
              </a:spcBef>
            </a:pPr>
            <a:r>
              <a:rPr sz="1700" spc="60" dirty="0">
                <a:solidFill>
                  <a:srgbClr val="181818"/>
                </a:solidFill>
                <a:latin typeface="Tahoma"/>
                <a:cs typeface="Tahoma"/>
              </a:rPr>
              <a:t>5</a:t>
            </a:r>
            <a:endParaRPr sz="1700">
              <a:latin typeface="Tahoma"/>
              <a:cs typeface="Tahoma"/>
            </a:endParaRPr>
          </a:p>
          <a:p>
            <a:pPr>
              <a:lnSpc>
                <a:spcPct val="100000"/>
              </a:lnSpc>
              <a:spcBef>
                <a:spcPts val="1160"/>
              </a:spcBef>
            </a:pPr>
            <a:endParaRPr sz="1700">
              <a:latin typeface="Tahoma"/>
              <a:cs typeface="Tahoma"/>
            </a:endParaRPr>
          </a:p>
          <a:p>
            <a:pPr marL="635" algn="ctr">
              <a:lnSpc>
                <a:spcPct val="100000"/>
              </a:lnSpc>
              <a:spcBef>
                <a:spcPts val="5"/>
              </a:spcBef>
            </a:pPr>
            <a:r>
              <a:rPr sz="1700" spc="125" dirty="0">
                <a:solidFill>
                  <a:srgbClr val="181818"/>
                </a:solidFill>
                <a:latin typeface="Tahoma"/>
                <a:cs typeface="Tahoma"/>
              </a:rPr>
              <a:t>6</a:t>
            </a:r>
            <a:endParaRPr sz="1700">
              <a:latin typeface="Tahoma"/>
              <a:cs typeface="Tahoma"/>
            </a:endParaRPr>
          </a:p>
          <a:p>
            <a:pPr>
              <a:lnSpc>
                <a:spcPct val="100000"/>
              </a:lnSpc>
              <a:spcBef>
                <a:spcPts val="1160"/>
              </a:spcBef>
            </a:pPr>
            <a:endParaRPr sz="1700">
              <a:latin typeface="Tahoma"/>
              <a:cs typeface="Tahoma"/>
            </a:endParaRPr>
          </a:p>
          <a:p>
            <a:pPr algn="ctr">
              <a:lnSpc>
                <a:spcPct val="100000"/>
              </a:lnSpc>
              <a:spcBef>
                <a:spcPts val="5"/>
              </a:spcBef>
            </a:pPr>
            <a:r>
              <a:rPr sz="1700" spc="30" dirty="0">
                <a:solidFill>
                  <a:srgbClr val="181818"/>
                </a:solidFill>
                <a:latin typeface="Tahoma"/>
                <a:cs typeface="Tahoma"/>
              </a:rPr>
              <a:t>7</a:t>
            </a:r>
            <a:endParaRPr sz="1700">
              <a:latin typeface="Tahoma"/>
              <a:cs typeface="Tahoma"/>
            </a:endParaRPr>
          </a:p>
          <a:p>
            <a:pPr>
              <a:lnSpc>
                <a:spcPct val="100000"/>
              </a:lnSpc>
            </a:pPr>
            <a:endParaRPr sz="1700">
              <a:latin typeface="Tahoma"/>
              <a:cs typeface="Tahoma"/>
            </a:endParaRPr>
          </a:p>
          <a:p>
            <a:pPr>
              <a:lnSpc>
                <a:spcPct val="100000"/>
              </a:lnSpc>
              <a:spcBef>
                <a:spcPts val="420"/>
              </a:spcBef>
            </a:pPr>
            <a:endParaRPr sz="1700">
              <a:latin typeface="Tahoma"/>
              <a:cs typeface="Tahoma"/>
            </a:endParaRPr>
          </a:p>
          <a:p>
            <a:pPr algn="ctr">
              <a:lnSpc>
                <a:spcPct val="100000"/>
              </a:lnSpc>
            </a:pPr>
            <a:r>
              <a:rPr sz="2400" spc="160" dirty="0">
                <a:solidFill>
                  <a:srgbClr val="001F5F"/>
                </a:solidFill>
                <a:latin typeface="Tahoma"/>
                <a:cs typeface="Tahoma"/>
              </a:rPr>
              <a:t>8(B)</a:t>
            </a:r>
            <a:endParaRPr sz="2400">
              <a:latin typeface="Tahoma"/>
              <a:cs typeface="Tahoma"/>
            </a:endParaRPr>
          </a:p>
          <a:p>
            <a:pPr>
              <a:lnSpc>
                <a:spcPct val="100000"/>
              </a:lnSpc>
              <a:spcBef>
                <a:spcPts val="1630"/>
              </a:spcBef>
            </a:pPr>
            <a:endParaRPr sz="2400">
              <a:latin typeface="Tahoma"/>
              <a:cs typeface="Tahoma"/>
            </a:endParaRPr>
          </a:p>
          <a:p>
            <a:pPr marL="635" algn="ctr">
              <a:lnSpc>
                <a:spcPct val="100000"/>
              </a:lnSpc>
            </a:pPr>
            <a:r>
              <a:rPr sz="1700" spc="125" dirty="0">
                <a:solidFill>
                  <a:srgbClr val="181818"/>
                </a:solidFill>
                <a:latin typeface="Tahoma"/>
                <a:cs typeface="Tahoma"/>
              </a:rPr>
              <a:t>9</a:t>
            </a:r>
            <a:endParaRPr sz="1700">
              <a:latin typeface="Tahoma"/>
              <a:cs typeface="Tahoma"/>
            </a:endParaRPr>
          </a:p>
        </p:txBody>
      </p:sp>
      <p:pic>
        <p:nvPicPr>
          <p:cNvPr id="14" name="object 14"/>
          <p:cNvPicPr/>
          <p:nvPr/>
        </p:nvPicPr>
        <p:blipFill>
          <a:blip r:embed="rId6" cstate="print"/>
          <a:stretch>
            <a:fillRect/>
          </a:stretch>
        </p:blipFill>
        <p:spPr>
          <a:xfrm>
            <a:off x="16313416" y="1028700"/>
            <a:ext cx="945883" cy="236474"/>
          </a:xfrm>
          <a:prstGeom prst="rect">
            <a:avLst/>
          </a:prstGeom>
        </p:spPr>
      </p:pic>
      <p:sp>
        <p:nvSpPr>
          <p:cNvPr id="15" name="object 15"/>
          <p:cNvSpPr/>
          <p:nvPr/>
        </p:nvSpPr>
        <p:spPr>
          <a:xfrm>
            <a:off x="16913606" y="1577983"/>
            <a:ext cx="1374775" cy="7454900"/>
          </a:xfrm>
          <a:custGeom>
            <a:avLst/>
            <a:gdLst/>
            <a:ahLst/>
            <a:cxnLst/>
            <a:rect l="l" t="t" r="r" b="b"/>
            <a:pathLst>
              <a:path w="1374775" h="7454900">
                <a:moveTo>
                  <a:pt x="1374394" y="7454900"/>
                </a:moveTo>
                <a:lnTo>
                  <a:pt x="1358277" y="7442200"/>
                </a:lnTo>
                <a:lnTo>
                  <a:pt x="1314005" y="7391400"/>
                </a:lnTo>
                <a:lnTo>
                  <a:pt x="1270355" y="7340600"/>
                </a:lnTo>
                <a:lnTo>
                  <a:pt x="1248765" y="7302500"/>
                </a:lnTo>
                <a:lnTo>
                  <a:pt x="1206055" y="7251700"/>
                </a:lnTo>
                <a:lnTo>
                  <a:pt x="1163993" y="7200900"/>
                </a:lnTo>
                <a:lnTo>
                  <a:pt x="1122578" y="7150100"/>
                </a:lnTo>
                <a:lnTo>
                  <a:pt x="1102118" y="7112000"/>
                </a:lnTo>
                <a:lnTo>
                  <a:pt x="1061681" y="7061200"/>
                </a:lnTo>
                <a:lnTo>
                  <a:pt x="1041717" y="7035800"/>
                </a:lnTo>
                <a:lnTo>
                  <a:pt x="1021905" y="6997700"/>
                </a:lnTo>
                <a:lnTo>
                  <a:pt x="1002271" y="6972300"/>
                </a:lnTo>
                <a:lnTo>
                  <a:pt x="982802" y="6946900"/>
                </a:lnTo>
                <a:lnTo>
                  <a:pt x="963498" y="6921500"/>
                </a:lnTo>
                <a:lnTo>
                  <a:pt x="944359" y="6883400"/>
                </a:lnTo>
                <a:lnTo>
                  <a:pt x="925398" y="6858000"/>
                </a:lnTo>
                <a:lnTo>
                  <a:pt x="906602" y="6832600"/>
                </a:lnTo>
                <a:lnTo>
                  <a:pt x="887971" y="6807200"/>
                </a:lnTo>
                <a:lnTo>
                  <a:pt x="869518" y="6769100"/>
                </a:lnTo>
                <a:lnTo>
                  <a:pt x="851230" y="6743700"/>
                </a:lnTo>
                <a:lnTo>
                  <a:pt x="833120" y="6718300"/>
                </a:lnTo>
                <a:lnTo>
                  <a:pt x="815187" y="6680200"/>
                </a:lnTo>
                <a:lnTo>
                  <a:pt x="797432" y="6654800"/>
                </a:lnTo>
                <a:lnTo>
                  <a:pt x="779843" y="6629400"/>
                </a:lnTo>
                <a:lnTo>
                  <a:pt x="762431" y="6591300"/>
                </a:lnTo>
                <a:lnTo>
                  <a:pt x="745197" y="6565900"/>
                </a:lnTo>
                <a:lnTo>
                  <a:pt x="728141" y="6527800"/>
                </a:lnTo>
                <a:lnTo>
                  <a:pt x="711263" y="6502400"/>
                </a:lnTo>
                <a:lnTo>
                  <a:pt x="694563" y="6477000"/>
                </a:lnTo>
                <a:lnTo>
                  <a:pt x="678040" y="6438900"/>
                </a:lnTo>
                <a:lnTo>
                  <a:pt x="661695" y="6413500"/>
                </a:lnTo>
                <a:lnTo>
                  <a:pt x="645540" y="6375400"/>
                </a:lnTo>
                <a:lnTo>
                  <a:pt x="629551" y="6350000"/>
                </a:lnTo>
                <a:lnTo>
                  <a:pt x="613752" y="6311900"/>
                </a:lnTo>
                <a:lnTo>
                  <a:pt x="598144" y="6286500"/>
                </a:lnTo>
                <a:lnTo>
                  <a:pt x="582714" y="6261100"/>
                </a:lnTo>
                <a:lnTo>
                  <a:pt x="567461" y="6223000"/>
                </a:lnTo>
                <a:lnTo>
                  <a:pt x="552399" y="6197600"/>
                </a:lnTo>
                <a:lnTo>
                  <a:pt x="537527" y="6159500"/>
                </a:lnTo>
                <a:lnTo>
                  <a:pt x="522833" y="6134100"/>
                </a:lnTo>
                <a:lnTo>
                  <a:pt x="508330" y="6096000"/>
                </a:lnTo>
                <a:lnTo>
                  <a:pt x="494017" y="6070600"/>
                </a:lnTo>
                <a:lnTo>
                  <a:pt x="479882" y="6032500"/>
                </a:lnTo>
                <a:lnTo>
                  <a:pt x="465950" y="6007100"/>
                </a:lnTo>
                <a:lnTo>
                  <a:pt x="452196" y="5969000"/>
                </a:lnTo>
                <a:lnTo>
                  <a:pt x="438645" y="5930900"/>
                </a:lnTo>
                <a:lnTo>
                  <a:pt x="425272" y="5905500"/>
                </a:lnTo>
                <a:lnTo>
                  <a:pt x="412102" y="5867400"/>
                </a:lnTo>
                <a:lnTo>
                  <a:pt x="399122" y="5842000"/>
                </a:lnTo>
                <a:lnTo>
                  <a:pt x="386334" y="5803900"/>
                </a:lnTo>
                <a:lnTo>
                  <a:pt x="373735" y="5778500"/>
                </a:lnTo>
                <a:lnTo>
                  <a:pt x="361340" y="5740400"/>
                </a:lnTo>
                <a:lnTo>
                  <a:pt x="349135" y="5702300"/>
                </a:lnTo>
                <a:lnTo>
                  <a:pt x="337134" y="5676900"/>
                </a:lnTo>
                <a:lnTo>
                  <a:pt x="325323" y="5638800"/>
                </a:lnTo>
                <a:lnTo>
                  <a:pt x="313702" y="5613400"/>
                </a:lnTo>
                <a:lnTo>
                  <a:pt x="302298" y="5575300"/>
                </a:lnTo>
                <a:lnTo>
                  <a:pt x="291071" y="5537200"/>
                </a:lnTo>
                <a:lnTo>
                  <a:pt x="280060" y="5511800"/>
                </a:lnTo>
                <a:lnTo>
                  <a:pt x="269252" y="5473700"/>
                </a:lnTo>
                <a:lnTo>
                  <a:pt x="258635" y="5435600"/>
                </a:lnTo>
                <a:lnTo>
                  <a:pt x="248221" y="5410200"/>
                </a:lnTo>
                <a:lnTo>
                  <a:pt x="238010" y="5372100"/>
                </a:lnTo>
                <a:lnTo>
                  <a:pt x="228015" y="5334000"/>
                </a:lnTo>
                <a:lnTo>
                  <a:pt x="218211" y="5308600"/>
                </a:lnTo>
                <a:lnTo>
                  <a:pt x="208610" y="5270500"/>
                </a:lnTo>
                <a:lnTo>
                  <a:pt x="199224" y="5232400"/>
                </a:lnTo>
                <a:lnTo>
                  <a:pt x="190042" y="5207000"/>
                </a:lnTo>
                <a:lnTo>
                  <a:pt x="181063" y="5168900"/>
                </a:lnTo>
                <a:lnTo>
                  <a:pt x="172300" y="5130800"/>
                </a:lnTo>
                <a:lnTo>
                  <a:pt x="163741" y="5092700"/>
                </a:lnTo>
                <a:lnTo>
                  <a:pt x="155384" y="5067300"/>
                </a:lnTo>
                <a:lnTo>
                  <a:pt x="147243" y="5029200"/>
                </a:lnTo>
                <a:lnTo>
                  <a:pt x="139319" y="4991100"/>
                </a:lnTo>
                <a:lnTo>
                  <a:pt x="131597" y="4953000"/>
                </a:lnTo>
                <a:lnTo>
                  <a:pt x="124091" y="4927600"/>
                </a:lnTo>
                <a:lnTo>
                  <a:pt x="116789" y="4889500"/>
                </a:lnTo>
                <a:lnTo>
                  <a:pt x="109715" y="4851400"/>
                </a:lnTo>
                <a:lnTo>
                  <a:pt x="102844" y="4813300"/>
                </a:lnTo>
                <a:lnTo>
                  <a:pt x="96189" y="4787900"/>
                </a:lnTo>
                <a:lnTo>
                  <a:pt x="89750" y="4749800"/>
                </a:lnTo>
                <a:lnTo>
                  <a:pt x="83540" y="4711700"/>
                </a:lnTo>
                <a:lnTo>
                  <a:pt x="77533" y="4673600"/>
                </a:lnTo>
                <a:lnTo>
                  <a:pt x="71742" y="4635500"/>
                </a:lnTo>
                <a:lnTo>
                  <a:pt x="66179" y="4610100"/>
                </a:lnTo>
                <a:lnTo>
                  <a:pt x="60832" y="4572000"/>
                </a:lnTo>
                <a:lnTo>
                  <a:pt x="55702" y="4533900"/>
                </a:lnTo>
                <a:lnTo>
                  <a:pt x="50787" y="4495800"/>
                </a:lnTo>
                <a:lnTo>
                  <a:pt x="46101" y="4457700"/>
                </a:lnTo>
                <a:lnTo>
                  <a:pt x="41643" y="4419600"/>
                </a:lnTo>
                <a:lnTo>
                  <a:pt x="37401" y="4394200"/>
                </a:lnTo>
                <a:lnTo>
                  <a:pt x="33375" y="4356100"/>
                </a:lnTo>
                <a:lnTo>
                  <a:pt x="29578" y="4318000"/>
                </a:lnTo>
                <a:lnTo>
                  <a:pt x="26009" y="4279900"/>
                </a:lnTo>
                <a:lnTo>
                  <a:pt x="22669" y="4241800"/>
                </a:lnTo>
                <a:lnTo>
                  <a:pt x="19545" y="4203700"/>
                </a:lnTo>
                <a:lnTo>
                  <a:pt x="16662" y="4165600"/>
                </a:lnTo>
                <a:lnTo>
                  <a:pt x="13995" y="4140200"/>
                </a:lnTo>
                <a:lnTo>
                  <a:pt x="11557" y="4102100"/>
                </a:lnTo>
                <a:lnTo>
                  <a:pt x="9347" y="4064000"/>
                </a:lnTo>
                <a:lnTo>
                  <a:pt x="7365" y="4025900"/>
                </a:lnTo>
                <a:lnTo>
                  <a:pt x="5626" y="3987800"/>
                </a:lnTo>
                <a:lnTo>
                  <a:pt x="4102" y="3949700"/>
                </a:lnTo>
                <a:lnTo>
                  <a:pt x="2819" y="3911600"/>
                </a:lnTo>
                <a:lnTo>
                  <a:pt x="1765" y="3873500"/>
                </a:lnTo>
                <a:lnTo>
                  <a:pt x="939" y="3835400"/>
                </a:lnTo>
                <a:lnTo>
                  <a:pt x="355" y="3797300"/>
                </a:lnTo>
                <a:lnTo>
                  <a:pt x="0" y="3771900"/>
                </a:lnTo>
                <a:lnTo>
                  <a:pt x="0" y="3695700"/>
                </a:lnTo>
                <a:lnTo>
                  <a:pt x="355" y="3657600"/>
                </a:lnTo>
                <a:lnTo>
                  <a:pt x="939" y="3619500"/>
                </a:lnTo>
                <a:lnTo>
                  <a:pt x="1765" y="3581400"/>
                </a:lnTo>
                <a:lnTo>
                  <a:pt x="2819" y="3543300"/>
                </a:lnTo>
                <a:lnTo>
                  <a:pt x="4102" y="3505200"/>
                </a:lnTo>
                <a:lnTo>
                  <a:pt x="5626" y="3467100"/>
                </a:lnTo>
                <a:lnTo>
                  <a:pt x="7365" y="3429000"/>
                </a:lnTo>
                <a:lnTo>
                  <a:pt x="9347" y="3390900"/>
                </a:lnTo>
                <a:lnTo>
                  <a:pt x="11557" y="3365500"/>
                </a:lnTo>
                <a:lnTo>
                  <a:pt x="13996" y="3327400"/>
                </a:lnTo>
                <a:lnTo>
                  <a:pt x="16662" y="3289300"/>
                </a:lnTo>
                <a:lnTo>
                  <a:pt x="19545" y="3251200"/>
                </a:lnTo>
                <a:lnTo>
                  <a:pt x="22669" y="3213100"/>
                </a:lnTo>
                <a:lnTo>
                  <a:pt x="26009" y="3175000"/>
                </a:lnTo>
                <a:lnTo>
                  <a:pt x="29578" y="3136900"/>
                </a:lnTo>
                <a:lnTo>
                  <a:pt x="33375" y="3098800"/>
                </a:lnTo>
                <a:lnTo>
                  <a:pt x="37401" y="3073400"/>
                </a:lnTo>
                <a:lnTo>
                  <a:pt x="41643" y="3035300"/>
                </a:lnTo>
                <a:lnTo>
                  <a:pt x="46101" y="2997200"/>
                </a:lnTo>
                <a:lnTo>
                  <a:pt x="50787" y="2959100"/>
                </a:lnTo>
                <a:lnTo>
                  <a:pt x="55702" y="2921000"/>
                </a:lnTo>
                <a:lnTo>
                  <a:pt x="60832" y="2882900"/>
                </a:lnTo>
                <a:lnTo>
                  <a:pt x="66179" y="2857500"/>
                </a:lnTo>
                <a:lnTo>
                  <a:pt x="71742" y="2819400"/>
                </a:lnTo>
                <a:lnTo>
                  <a:pt x="77533" y="2781300"/>
                </a:lnTo>
                <a:lnTo>
                  <a:pt x="83540" y="2743200"/>
                </a:lnTo>
                <a:lnTo>
                  <a:pt x="89750" y="2705100"/>
                </a:lnTo>
                <a:lnTo>
                  <a:pt x="96189" y="2679700"/>
                </a:lnTo>
                <a:lnTo>
                  <a:pt x="102844" y="2641600"/>
                </a:lnTo>
                <a:lnTo>
                  <a:pt x="109715" y="2603500"/>
                </a:lnTo>
                <a:lnTo>
                  <a:pt x="116789" y="2565400"/>
                </a:lnTo>
                <a:lnTo>
                  <a:pt x="124091" y="2540000"/>
                </a:lnTo>
                <a:lnTo>
                  <a:pt x="131597" y="2501900"/>
                </a:lnTo>
                <a:lnTo>
                  <a:pt x="139319" y="2463800"/>
                </a:lnTo>
                <a:lnTo>
                  <a:pt x="147243" y="2425700"/>
                </a:lnTo>
                <a:lnTo>
                  <a:pt x="155384" y="2400300"/>
                </a:lnTo>
                <a:lnTo>
                  <a:pt x="163741" y="2362200"/>
                </a:lnTo>
                <a:lnTo>
                  <a:pt x="172300" y="2324100"/>
                </a:lnTo>
                <a:lnTo>
                  <a:pt x="181063" y="2286000"/>
                </a:lnTo>
                <a:lnTo>
                  <a:pt x="190042" y="2260600"/>
                </a:lnTo>
                <a:lnTo>
                  <a:pt x="199224" y="2222500"/>
                </a:lnTo>
                <a:lnTo>
                  <a:pt x="208610" y="2184400"/>
                </a:lnTo>
                <a:lnTo>
                  <a:pt x="218211" y="2159000"/>
                </a:lnTo>
                <a:lnTo>
                  <a:pt x="228015" y="2120900"/>
                </a:lnTo>
                <a:lnTo>
                  <a:pt x="238010" y="2082800"/>
                </a:lnTo>
                <a:lnTo>
                  <a:pt x="248221" y="2057400"/>
                </a:lnTo>
                <a:lnTo>
                  <a:pt x="258635" y="2019300"/>
                </a:lnTo>
                <a:lnTo>
                  <a:pt x="269252" y="1981200"/>
                </a:lnTo>
                <a:lnTo>
                  <a:pt x="280060" y="1955800"/>
                </a:lnTo>
                <a:lnTo>
                  <a:pt x="291071" y="1917700"/>
                </a:lnTo>
                <a:lnTo>
                  <a:pt x="302298" y="1879600"/>
                </a:lnTo>
                <a:lnTo>
                  <a:pt x="313702" y="1854200"/>
                </a:lnTo>
                <a:lnTo>
                  <a:pt x="325323" y="1816100"/>
                </a:lnTo>
                <a:lnTo>
                  <a:pt x="337134" y="1778000"/>
                </a:lnTo>
                <a:lnTo>
                  <a:pt x="349135" y="1752600"/>
                </a:lnTo>
                <a:lnTo>
                  <a:pt x="361340" y="1714500"/>
                </a:lnTo>
                <a:lnTo>
                  <a:pt x="373735" y="1689100"/>
                </a:lnTo>
                <a:lnTo>
                  <a:pt x="386334" y="1651000"/>
                </a:lnTo>
                <a:lnTo>
                  <a:pt x="399122" y="1612900"/>
                </a:lnTo>
                <a:lnTo>
                  <a:pt x="412102" y="1587500"/>
                </a:lnTo>
                <a:lnTo>
                  <a:pt x="425272" y="1549400"/>
                </a:lnTo>
                <a:lnTo>
                  <a:pt x="438645" y="1524000"/>
                </a:lnTo>
                <a:lnTo>
                  <a:pt x="452196" y="1485900"/>
                </a:lnTo>
                <a:lnTo>
                  <a:pt x="465950" y="1460500"/>
                </a:lnTo>
                <a:lnTo>
                  <a:pt x="479882" y="1422400"/>
                </a:lnTo>
                <a:lnTo>
                  <a:pt x="494017" y="1397000"/>
                </a:lnTo>
                <a:lnTo>
                  <a:pt x="508330" y="1358900"/>
                </a:lnTo>
                <a:lnTo>
                  <a:pt x="522833" y="1333500"/>
                </a:lnTo>
                <a:lnTo>
                  <a:pt x="537527" y="1295400"/>
                </a:lnTo>
                <a:lnTo>
                  <a:pt x="552399" y="1270000"/>
                </a:lnTo>
                <a:lnTo>
                  <a:pt x="567461" y="1231900"/>
                </a:lnTo>
                <a:lnTo>
                  <a:pt x="582714" y="1206500"/>
                </a:lnTo>
                <a:lnTo>
                  <a:pt x="598144" y="1168400"/>
                </a:lnTo>
                <a:lnTo>
                  <a:pt x="613752" y="1143000"/>
                </a:lnTo>
                <a:lnTo>
                  <a:pt x="629551" y="1104900"/>
                </a:lnTo>
                <a:lnTo>
                  <a:pt x="645540" y="1079500"/>
                </a:lnTo>
                <a:lnTo>
                  <a:pt x="661695" y="1041400"/>
                </a:lnTo>
                <a:lnTo>
                  <a:pt x="678040" y="1016000"/>
                </a:lnTo>
                <a:lnTo>
                  <a:pt x="694563" y="990600"/>
                </a:lnTo>
                <a:lnTo>
                  <a:pt x="711263" y="952500"/>
                </a:lnTo>
                <a:lnTo>
                  <a:pt x="728141" y="927100"/>
                </a:lnTo>
                <a:lnTo>
                  <a:pt x="745197" y="889000"/>
                </a:lnTo>
                <a:lnTo>
                  <a:pt x="762431" y="863600"/>
                </a:lnTo>
                <a:lnTo>
                  <a:pt x="779843" y="838200"/>
                </a:lnTo>
                <a:lnTo>
                  <a:pt x="797432" y="800100"/>
                </a:lnTo>
                <a:lnTo>
                  <a:pt x="815187" y="774700"/>
                </a:lnTo>
                <a:lnTo>
                  <a:pt x="833120" y="749300"/>
                </a:lnTo>
                <a:lnTo>
                  <a:pt x="851230" y="711200"/>
                </a:lnTo>
                <a:lnTo>
                  <a:pt x="869518" y="685800"/>
                </a:lnTo>
                <a:lnTo>
                  <a:pt x="887971" y="660400"/>
                </a:lnTo>
                <a:lnTo>
                  <a:pt x="906602" y="622300"/>
                </a:lnTo>
                <a:lnTo>
                  <a:pt x="925398" y="596900"/>
                </a:lnTo>
                <a:lnTo>
                  <a:pt x="944359" y="571500"/>
                </a:lnTo>
                <a:lnTo>
                  <a:pt x="963498" y="546100"/>
                </a:lnTo>
                <a:lnTo>
                  <a:pt x="982802" y="508000"/>
                </a:lnTo>
                <a:lnTo>
                  <a:pt x="1002271" y="482600"/>
                </a:lnTo>
                <a:lnTo>
                  <a:pt x="1021905" y="457200"/>
                </a:lnTo>
                <a:lnTo>
                  <a:pt x="1041717" y="431800"/>
                </a:lnTo>
                <a:lnTo>
                  <a:pt x="1061681" y="393700"/>
                </a:lnTo>
                <a:lnTo>
                  <a:pt x="1102118" y="342900"/>
                </a:lnTo>
                <a:lnTo>
                  <a:pt x="1122578" y="317500"/>
                </a:lnTo>
                <a:lnTo>
                  <a:pt x="1143215" y="279400"/>
                </a:lnTo>
                <a:lnTo>
                  <a:pt x="1163993" y="254000"/>
                </a:lnTo>
                <a:lnTo>
                  <a:pt x="1184948" y="228600"/>
                </a:lnTo>
                <a:lnTo>
                  <a:pt x="1227328" y="177800"/>
                </a:lnTo>
                <a:lnTo>
                  <a:pt x="1270355" y="127000"/>
                </a:lnTo>
                <a:lnTo>
                  <a:pt x="1292098" y="88900"/>
                </a:lnTo>
                <a:lnTo>
                  <a:pt x="1336065" y="38100"/>
                </a:lnTo>
                <a:lnTo>
                  <a:pt x="1374394" y="0"/>
                </a:lnTo>
                <a:lnTo>
                  <a:pt x="1374394" y="850900"/>
                </a:lnTo>
                <a:lnTo>
                  <a:pt x="1356296" y="876300"/>
                </a:lnTo>
                <a:lnTo>
                  <a:pt x="1357134" y="876300"/>
                </a:lnTo>
                <a:lnTo>
                  <a:pt x="1339189" y="901700"/>
                </a:lnTo>
                <a:lnTo>
                  <a:pt x="1340015" y="901700"/>
                </a:lnTo>
                <a:lnTo>
                  <a:pt x="1322222" y="927100"/>
                </a:lnTo>
                <a:lnTo>
                  <a:pt x="1323047" y="927100"/>
                </a:lnTo>
                <a:lnTo>
                  <a:pt x="1305420" y="952500"/>
                </a:lnTo>
                <a:lnTo>
                  <a:pt x="1306245" y="952500"/>
                </a:lnTo>
                <a:lnTo>
                  <a:pt x="1294604" y="977900"/>
                </a:lnTo>
                <a:lnTo>
                  <a:pt x="1289596" y="977900"/>
                </a:lnTo>
                <a:lnTo>
                  <a:pt x="1272286" y="1016000"/>
                </a:lnTo>
                <a:lnTo>
                  <a:pt x="1273098" y="1016000"/>
                </a:lnTo>
                <a:lnTo>
                  <a:pt x="1255966" y="1041400"/>
                </a:lnTo>
                <a:lnTo>
                  <a:pt x="1256766" y="1041400"/>
                </a:lnTo>
                <a:lnTo>
                  <a:pt x="1239799" y="1066800"/>
                </a:lnTo>
                <a:lnTo>
                  <a:pt x="1240586" y="1066800"/>
                </a:lnTo>
                <a:lnTo>
                  <a:pt x="1223784" y="1092200"/>
                </a:lnTo>
                <a:lnTo>
                  <a:pt x="1224572" y="1092200"/>
                </a:lnTo>
                <a:lnTo>
                  <a:pt x="1207935" y="1117600"/>
                </a:lnTo>
                <a:lnTo>
                  <a:pt x="1208709" y="1117600"/>
                </a:lnTo>
                <a:lnTo>
                  <a:pt x="1192250" y="1143000"/>
                </a:lnTo>
                <a:lnTo>
                  <a:pt x="1193012" y="1143000"/>
                </a:lnTo>
                <a:lnTo>
                  <a:pt x="1176718" y="1181100"/>
                </a:lnTo>
                <a:lnTo>
                  <a:pt x="1177480" y="1181100"/>
                </a:lnTo>
                <a:lnTo>
                  <a:pt x="1161351" y="1206500"/>
                </a:lnTo>
                <a:lnTo>
                  <a:pt x="1162113" y="1206500"/>
                </a:lnTo>
                <a:lnTo>
                  <a:pt x="1146162" y="1231900"/>
                </a:lnTo>
                <a:lnTo>
                  <a:pt x="1146898" y="1231900"/>
                </a:lnTo>
                <a:lnTo>
                  <a:pt x="1131112" y="1257300"/>
                </a:lnTo>
                <a:lnTo>
                  <a:pt x="1131849" y="1257300"/>
                </a:lnTo>
                <a:lnTo>
                  <a:pt x="1116241" y="1282700"/>
                </a:lnTo>
                <a:lnTo>
                  <a:pt x="1116977" y="1282700"/>
                </a:lnTo>
                <a:lnTo>
                  <a:pt x="1101534" y="1320800"/>
                </a:lnTo>
                <a:lnTo>
                  <a:pt x="1102258" y="1320800"/>
                </a:lnTo>
                <a:lnTo>
                  <a:pt x="1086992" y="1346200"/>
                </a:lnTo>
                <a:lnTo>
                  <a:pt x="1087704" y="1346200"/>
                </a:lnTo>
                <a:lnTo>
                  <a:pt x="1072616" y="1371600"/>
                </a:lnTo>
                <a:lnTo>
                  <a:pt x="1073315" y="1371600"/>
                </a:lnTo>
                <a:lnTo>
                  <a:pt x="1058405" y="1397000"/>
                </a:lnTo>
                <a:lnTo>
                  <a:pt x="1059103" y="1397000"/>
                </a:lnTo>
                <a:lnTo>
                  <a:pt x="1049273" y="1422400"/>
                </a:lnTo>
                <a:lnTo>
                  <a:pt x="1045057" y="1422400"/>
                </a:lnTo>
                <a:lnTo>
                  <a:pt x="1030490" y="1460500"/>
                </a:lnTo>
                <a:lnTo>
                  <a:pt x="1031163" y="1460500"/>
                </a:lnTo>
                <a:lnTo>
                  <a:pt x="1016787" y="1485900"/>
                </a:lnTo>
                <a:lnTo>
                  <a:pt x="1017460" y="1485900"/>
                </a:lnTo>
                <a:lnTo>
                  <a:pt x="1003249" y="1511300"/>
                </a:lnTo>
                <a:lnTo>
                  <a:pt x="1003909" y="1511300"/>
                </a:lnTo>
                <a:lnTo>
                  <a:pt x="994553" y="1536700"/>
                </a:lnTo>
                <a:lnTo>
                  <a:pt x="990536" y="1536700"/>
                </a:lnTo>
                <a:lnTo>
                  <a:pt x="976680" y="1574800"/>
                </a:lnTo>
                <a:lnTo>
                  <a:pt x="977328" y="1574800"/>
                </a:lnTo>
                <a:lnTo>
                  <a:pt x="963650" y="1600200"/>
                </a:lnTo>
                <a:lnTo>
                  <a:pt x="964298" y="1600200"/>
                </a:lnTo>
                <a:lnTo>
                  <a:pt x="950798" y="1625600"/>
                </a:lnTo>
                <a:lnTo>
                  <a:pt x="951433" y="1625600"/>
                </a:lnTo>
                <a:lnTo>
                  <a:pt x="938123" y="1663700"/>
                </a:lnTo>
                <a:lnTo>
                  <a:pt x="938745" y="1663700"/>
                </a:lnTo>
                <a:lnTo>
                  <a:pt x="925614" y="1689100"/>
                </a:lnTo>
                <a:lnTo>
                  <a:pt x="926223" y="1689100"/>
                </a:lnTo>
                <a:lnTo>
                  <a:pt x="913282" y="1714500"/>
                </a:lnTo>
                <a:lnTo>
                  <a:pt x="913879" y="1714500"/>
                </a:lnTo>
                <a:lnTo>
                  <a:pt x="901115" y="1752600"/>
                </a:lnTo>
                <a:lnTo>
                  <a:pt x="901712" y="1752600"/>
                </a:lnTo>
                <a:lnTo>
                  <a:pt x="889139" y="1778000"/>
                </a:lnTo>
                <a:lnTo>
                  <a:pt x="889723" y="1778000"/>
                </a:lnTo>
                <a:lnTo>
                  <a:pt x="877328" y="1803400"/>
                </a:lnTo>
                <a:lnTo>
                  <a:pt x="877900" y="1803400"/>
                </a:lnTo>
                <a:lnTo>
                  <a:pt x="865695" y="1841500"/>
                </a:lnTo>
                <a:lnTo>
                  <a:pt x="866267" y="1841500"/>
                </a:lnTo>
                <a:lnTo>
                  <a:pt x="854227" y="1866900"/>
                </a:lnTo>
                <a:lnTo>
                  <a:pt x="854798" y="1866900"/>
                </a:lnTo>
                <a:lnTo>
                  <a:pt x="842949" y="1892300"/>
                </a:lnTo>
                <a:lnTo>
                  <a:pt x="843508" y="1892300"/>
                </a:lnTo>
                <a:lnTo>
                  <a:pt x="831850" y="1930400"/>
                </a:lnTo>
                <a:lnTo>
                  <a:pt x="832396" y="1930400"/>
                </a:lnTo>
                <a:lnTo>
                  <a:pt x="820928" y="1955800"/>
                </a:lnTo>
                <a:lnTo>
                  <a:pt x="821474" y="1955800"/>
                </a:lnTo>
                <a:lnTo>
                  <a:pt x="813955" y="1981200"/>
                </a:lnTo>
                <a:lnTo>
                  <a:pt x="810717" y="1981200"/>
                </a:lnTo>
                <a:lnTo>
                  <a:pt x="799630" y="2019300"/>
                </a:lnTo>
                <a:lnTo>
                  <a:pt x="800150" y="2019300"/>
                </a:lnTo>
                <a:lnTo>
                  <a:pt x="789241" y="2044700"/>
                </a:lnTo>
                <a:lnTo>
                  <a:pt x="789762" y="2044700"/>
                </a:lnTo>
                <a:lnTo>
                  <a:pt x="779043" y="2082800"/>
                </a:lnTo>
                <a:lnTo>
                  <a:pt x="779551" y="2082800"/>
                </a:lnTo>
                <a:lnTo>
                  <a:pt x="769023" y="2108200"/>
                </a:lnTo>
                <a:lnTo>
                  <a:pt x="769518" y="2108200"/>
                </a:lnTo>
                <a:lnTo>
                  <a:pt x="762634" y="2133600"/>
                </a:lnTo>
                <a:lnTo>
                  <a:pt x="759675" y="2133600"/>
                </a:lnTo>
                <a:lnTo>
                  <a:pt x="749541" y="2171700"/>
                </a:lnTo>
                <a:lnTo>
                  <a:pt x="750011" y="2171700"/>
                </a:lnTo>
                <a:lnTo>
                  <a:pt x="740067" y="2197100"/>
                </a:lnTo>
                <a:lnTo>
                  <a:pt x="740536" y="2197100"/>
                </a:lnTo>
                <a:lnTo>
                  <a:pt x="730783" y="2235200"/>
                </a:lnTo>
                <a:lnTo>
                  <a:pt x="731240" y="2235200"/>
                </a:lnTo>
                <a:lnTo>
                  <a:pt x="721690" y="2260600"/>
                </a:lnTo>
                <a:lnTo>
                  <a:pt x="722134" y="2260600"/>
                </a:lnTo>
                <a:lnTo>
                  <a:pt x="712774" y="2298700"/>
                </a:lnTo>
                <a:lnTo>
                  <a:pt x="713206" y="2298700"/>
                </a:lnTo>
                <a:lnTo>
                  <a:pt x="704049" y="2324100"/>
                </a:lnTo>
                <a:lnTo>
                  <a:pt x="704469" y="2324100"/>
                </a:lnTo>
                <a:lnTo>
                  <a:pt x="698491" y="2349500"/>
                </a:lnTo>
                <a:lnTo>
                  <a:pt x="695921" y="2349500"/>
                </a:lnTo>
                <a:lnTo>
                  <a:pt x="687158" y="2387600"/>
                </a:lnTo>
                <a:lnTo>
                  <a:pt x="687565" y="2387600"/>
                </a:lnTo>
                <a:lnTo>
                  <a:pt x="681850" y="2413000"/>
                </a:lnTo>
                <a:lnTo>
                  <a:pt x="679386" y="2413000"/>
                </a:lnTo>
                <a:lnTo>
                  <a:pt x="671017" y="2451100"/>
                </a:lnTo>
                <a:lnTo>
                  <a:pt x="671410" y="2451100"/>
                </a:lnTo>
                <a:lnTo>
                  <a:pt x="663232" y="2476500"/>
                </a:lnTo>
                <a:lnTo>
                  <a:pt x="663613" y="2476500"/>
                </a:lnTo>
                <a:lnTo>
                  <a:pt x="655637" y="2514600"/>
                </a:lnTo>
                <a:lnTo>
                  <a:pt x="656005" y="2514600"/>
                </a:lnTo>
                <a:lnTo>
                  <a:pt x="648233" y="2540000"/>
                </a:lnTo>
                <a:lnTo>
                  <a:pt x="648588" y="2540000"/>
                </a:lnTo>
                <a:lnTo>
                  <a:pt x="641019" y="2578100"/>
                </a:lnTo>
                <a:lnTo>
                  <a:pt x="641375" y="2578100"/>
                </a:lnTo>
                <a:lnTo>
                  <a:pt x="633996" y="2603500"/>
                </a:lnTo>
                <a:lnTo>
                  <a:pt x="634339" y="2603500"/>
                </a:lnTo>
                <a:lnTo>
                  <a:pt x="627176" y="2641600"/>
                </a:lnTo>
                <a:lnTo>
                  <a:pt x="627507" y="2641600"/>
                </a:lnTo>
                <a:lnTo>
                  <a:pt x="620534" y="2667000"/>
                </a:lnTo>
                <a:lnTo>
                  <a:pt x="620864" y="2667000"/>
                </a:lnTo>
                <a:lnTo>
                  <a:pt x="614095" y="2705100"/>
                </a:lnTo>
                <a:lnTo>
                  <a:pt x="614413" y="2705100"/>
                </a:lnTo>
                <a:lnTo>
                  <a:pt x="610036" y="2730500"/>
                </a:lnTo>
                <a:lnTo>
                  <a:pt x="608152" y="2730500"/>
                </a:lnTo>
                <a:lnTo>
                  <a:pt x="601802" y="2768600"/>
                </a:lnTo>
                <a:lnTo>
                  <a:pt x="602094" y="2768600"/>
                </a:lnTo>
                <a:lnTo>
                  <a:pt x="597996" y="2794000"/>
                </a:lnTo>
                <a:lnTo>
                  <a:pt x="596226" y="2794000"/>
                </a:lnTo>
                <a:lnTo>
                  <a:pt x="590296" y="2832100"/>
                </a:lnTo>
                <a:lnTo>
                  <a:pt x="590562" y="2832100"/>
                </a:lnTo>
                <a:lnTo>
                  <a:pt x="584834" y="2870200"/>
                </a:lnTo>
                <a:lnTo>
                  <a:pt x="585088" y="2870200"/>
                </a:lnTo>
                <a:lnTo>
                  <a:pt x="579564" y="2895600"/>
                </a:lnTo>
                <a:lnTo>
                  <a:pt x="579818" y="2895600"/>
                </a:lnTo>
                <a:lnTo>
                  <a:pt x="574509" y="2933700"/>
                </a:lnTo>
                <a:lnTo>
                  <a:pt x="574751" y="2933700"/>
                </a:lnTo>
                <a:lnTo>
                  <a:pt x="569645" y="2959100"/>
                </a:lnTo>
                <a:lnTo>
                  <a:pt x="569874" y="2959100"/>
                </a:lnTo>
                <a:lnTo>
                  <a:pt x="564972" y="2997200"/>
                </a:lnTo>
                <a:lnTo>
                  <a:pt x="565200" y="2997200"/>
                </a:lnTo>
                <a:lnTo>
                  <a:pt x="562076" y="3022600"/>
                </a:lnTo>
                <a:lnTo>
                  <a:pt x="560730" y="3022600"/>
                </a:lnTo>
                <a:lnTo>
                  <a:pt x="556247" y="3060700"/>
                </a:lnTo>
                <a:lnTo>
                  <a:pt x="556450" y="3060700"/>
                </a:lnTo>
                <a:lnTo>
                  <a:pt x="552183" y="3098800"/>
                </a:lnTo>
                <a:lnTo>
                  <a:pt x="552386" y="3098800"/>
                </a:lnTo>
                <a:lnTo>
                  <a:pt x="548322" y="3124200"/>
                </a:lnTo>
                <a:lnTo>
                  <a:pt x="548513" y="3124200"/>
                </a:lnTo>
                <a:lnTo>
                  <a:pt x="544677" y="3162300"/>
                </a:lnTo>
                <a:lnTo>
                  <a:pt x="544842" y="3162300"/>
                </a:lnTo>
                <a:lnTo>
                  <a:pt x="541223" y="3187700"/>
                </a:lnTo>
                <a:lnTo>
                  <a:pt x="541388" y="3187700"/>
                </a:lnTo>
                <a:lnTo>
                  <a:pt x="537972" y="3225800"/>
                </a:lnTo>
                <a:lnTo>
                  <a:pt x="538124" y="3225800"/>
                </a:lnTo>
                <a:lnTo>
                  <a:pt x="534936" y="3263900"/>
                </a:lnTo>
                <a:lnTo>
                  <a:pt x="535076" y="3263900"/>
                </a:lnTo>
                <a:lnTo>
                  <a:pt x="532091" y="3289300"/>
                </a:lnTo>
                <a:lnTo>
                  <a:pt x="532231" y="3289300"/>
                </a:lnTo>
                <a:lnTo>
                  <a:pt x="529590" y="3327400"/>
                </a:lnTo>
                <a:lnTo>
                  <a:pt x="527888" y="3352800"/>
                </a:lnTo>
                <a:lnTo>
                  <a:pt x="527151" y="3352800"/>
                </a:lnTo>
                <a:lnTo>
                  <a:pt x="524929" y="3390900"/>
                </a:lnTo>
                <a:lnTo>
                  <a:pt x="522909" y="3429000"/>
                </a:lnTo>
                <a:lnTo>
                  <a:pt x="521106" y="3454400"/>
                </a:lnTo>
                <a:lnTo>
                  <a:pt x="519506" y="3492500"/>
                </a:lnTo>
                <a:lnTo>
                  <a:pt x="518109" y="3530600"/>
                </a:lnTo>
                <a:lnTo>
                  <a:pt x="516940" y="3556000"/>
                </a:lnTo>
                <a:lnTo>
                  <a:pt x="515975" y="3594100"/>
                </a:lnTo>
                <a:lnTo>
                  <a:pt x="515213" y="3632200"/>
                </a:lnTo>
                <a:lnTo>
                  <a:pt x="514680" y="3657600"/>
                </a:lnTo>
                <a:lnTo>
                  <a:pt x="514350" y="3695700"/>
                </a:lnTo>
                <a:lnTo>
                  <a:pt x="514443" y="3771900"/>
                </a:lnTo>
                <a:lnTo>
                  <a:pt x="514654" y="3797300"/>
                </a:lnTo>
                <a:lnTo>
                  <a:pt x="515188" y="3835400"/>
                </a:lnTo>
                <a:lnTo>
                  <a:pt x="515924" y="3860800"/>
                </a:lnTo>
                <a:lnTo>
                  <a:pt x="516890" y="3898900"/>
                </a:lnTo>
                <a:lnTo>
                  <a:pt x="518058" y="3937000"/>
                </a:lnTo>
                <a:lnTo>
                  <a:pt x="519430" y="3962400"/>
                </a:lnTo>
                <a:lnTo>
                  <a:pt x="521017" y="4000500"/>
                </a:lnTo>
                <a:lnTo>
                  <a:pt x="522909" y="4038600"/>
                </a:lnTo>
                <a:lnTo>
                  <a:pt x="523489" y="4038600"/>
                </a:lnTo>
                <a:lnTo>
                  <a:pt x="524827" y="4064000"/>
                </a:lnTo>
                <a:lnTo>
                  <a:pt x="527037" y="4102100"/>
                </a:lnTo>
                <a:lnTo>
                  <a:pt x="529461" y="4127500"/>
                </a:lnTo>
                <a:lnTo>
                  <a:pt x="532231" y="4165600"/>
                </a:lnTo>
                <a:lnTo>
                  <a:pt x="532091" y="4165600"/>
                </a:lnTo>
                <a:lnTo>
                  <a:pt x="535076" y="4203700"/>
                </a:lnTo>
                <a:lnTo>
                  <a:pt x="534936" y="4203700"/>
                </a:lnTo>
                <a:lnTo>
                  <a:pt x="538124" y="4229100"/>
                </a:lnTo>
                <a:lnTo>
                  <a:pt x="537972" y="4229100"/>
                </a:lnTo>
                <a:lnTo>
                  <a:pt x="541388" y="4267200"/>
                </a:lnTo>
                <a:lnTo>
                  <a:pt x="541223" y="4267200"/>
                </a:lnTo>
                <a:lnTo>
                  <a:pt x="544842" y="4292600"/>
                </a:lnTo>
                <a:lnTo>
                  <a:pt x="544677" y="4292600"/>
                </a:lnTo>
                <a:lnTo>
                  <a:pt x="548513" y="4330700"/>
                </a:lnTo>
                <a:lnTo>
                  <a:pt x="548322" y="4330700"/>
                </a:lnTo>
                <a:lnTo>
                  <a:pt x="552386" y="4368800"/>
                </a:lnTo>
                <a:lnTo>
                  <a:pt x="552183" y="4368800"/>
                </a:lnTo>
                <a:lnTo>
                  <a:pt x="556450" y="4394200"/>
                </a:lnTo>
                <a:lnTo>
                  <a:pt x="556247" y="4394200"/>
                </a:lnTo>
                <a:lnTo>
                  <a:pt x="560730" y="4432300"/>
                </a:lnTo>
                <a:lnTo>
                  <a:pt x="560514" y="4432300"/>
                </a:lnTo>
                <a:lnTo>
                  <a:pt x="565200" y="4457700"/>
                </a:lnTo>
                <a:lnTo>
                  <a:pt x="564972" y="4457700"/>
                </a:lnTo>
                <a:lnTo>
                  <a:pt x="569874" y="4495800"/>
                </a:lnTo>
                <a:lnTo>
                  <a:pt x="569645" y="4495800"/>
                </a:lnTo>
                <a:lnTo>
                  <a:pt x="574751" y="4533900"/>
                </a:lnTo>
                <a:lnTo>
                  <a:pt x="576279" y="4533900"/>
                </a:lnTo>
                <a:lnTo>
                  <a:pt x="579818" y="4559300"/>
                </a:lnTo>
                <a:lnTo>
                  <a:pt x="579564" y="4559300"/>
                </a:lnTo>
                <a:lnTo>
                  <a:pt x="585088" y="4597400"/>
                </a:lnTo>
                <a:lnTo>
                  <a:pt x="584834" y="4597400"/>
                </a:lnTo>
                <a:lnTo>
                  <a:pt x="590562" y="4622800"/>
                </a:lnTo>
                <a:lnTo>
                  <a:pt x="590296" y="4622800"/>
                </a:lnTo>
                <a:lnTo>
                  <a:pt x="596226" y="4660900"/>
                </a:lnTo>
                <a:lnTo>
                  <a:pt x="595947" y="4660900"/>
                </a:lnTo>
                <a:lnTo>
                  <a:pt x="602094" y="4686300"/>
                </a:lnTo>
                <a:lnTo>
                  <a:pt x="601802" y="4686300"/>
                </a:lnTo>
                <a:lnTo>
                  <a:pt x="608152" y="4724400"/>
                </a:lnTo>
                <a:lnTo>
                  <a:pt x="607847" y="4724400"/>
                </a:lnTo>
                <a:lnTo>
                  <a:pt x="614413" y="4749800"/>
                </a:lnTo>
                <a:lnTo>
                  <a:pt x="614095" y="4749800"/>
                </a:lnTo>
                <a:lnTo>
                  <a:pt x="620864" y="4787900"/>
                </a:lnTo>
                <a:lnTo>
                  <a:pt x="620534" y="4787900"/>
                </a:lnTo>
                <a:lnTo>
                  <a:pt x="627507" y="4813300"/>
                </a:lnTo>
                <a:lnTo>
                  <a:pt x="627176" y="4813300"/>
                </a:lnTo>
                <a:lnTo>
                  <a:pt x="634339" y="4851400"/>
                </a:lnTo>
                <a:lnTo>
                  <a:pt x="633996" y="4851400"/>
                </a:lnTo>
                <a:lnTo>
                  <a:pt x="641375" y="4876800"/>
                </a:lnTo>
                <a:lnTo>
                  <a:pt x="641019" y="4876800"/>
                </a:lnTo>
                <a:lnTo>
                  <a:pt x="648588" y="4914900"/>
                </a:lnTo>
                <a:lnTo>
                  <a:pt x="648233" y="4914900"/>
                </a:lnTo>
                <a:lnTo>
                  <a:pt x="656005" y="4940300"/>
                </a:lnTo>
                <a:lnTo>
                  <a:pt x="655637" y="4940300"/>
                </a:lnTo>
                <a:lnTo>
                  <a:pt x="663613" y="4978400"/>
                </a:lnTo>
                <a:lnTo>
                  <a:pt x="663232" y="4978400"/>
                </a:lnTo>
                <a:lnTo>
                  <a:pt x="671410" y="5003800"/>
                </a:lnTo>
                <a:lnTo>
                  <a:pt x="671017" y="5003800"/>
                </a:lnTo>
                <a:lnTo>
                  <a:pt x="679386" y="5041900"/>
                </a:lnTo>
                <a:lnTo>
                  <a:pt x="678992" y="5041900"/>
                </a:lnTo>
                <a:lnTo>
                  <a:pt x="687565" y="5067300"/>
                </a:lnTo>
                <a:lnTo>
                  <a:pt x="687158" y="5067300"/>
                </a:lnTo>
                <a:lnTo>
                  <a:pt x="695921" y="5105400"/>
                </a:lnTo>
                <a:lnTo>
                  <a:pt x="695502" y="5105400"/>
                </a:lnTo>
                <a:lnTo>
                  <a:pt x="704469" y="5130800"/>
                </a:lnTo>
                <a:lnTo>
                  <a:pt x="704049" y="5130800"/>
                </a:lnTo>
                <a:lnTo>
                  <a:pt x="713206" y="5168900"/>
                </a:lnTo>
                <a:lnTo>
                  <a:pt x="712774" y="5168900"/>
                </a:lnTo>
                <a:lnTo>
                  <a:pt x="722134" y="5194300"/>
                </a:lnTo>
                <a:lnTo>
                  <a:pt x="721690" y="5194300"/>
                </a:lnTo>
                <a:lnTo>
                  <a:pt x="731240" y="5232400"/>
                </a:lnTo>
                <a:lnTo>
                  <a:pt x="734034" y="5232400"/>
                </a:lnTo>
                <a:lnTo>
                  <a:pt x="740536" y="5257800"/>
                </a:lnTo>
                <a:lnTo>
                  <a:pt x="740067" y="5257800"/>
                </a:lnTo>
                <a:lnTo>
                  <a:pt x="750011" y="5283200"/>
                </a:lnTo>
                <a:lnTo>
                  <a:pt x="749541" y="5283200"/>
                </a:lnTo>
                <a:lnTo>
                  <a:pt x="759675" y="5321300"/>
                </a:lnTo>
                <a:lnTo>
                  <a:pt x="759193" y="5321300"/>
                </a:lnTo>
                <a:lnTo>
                  <a:pt x="769518" y="5346700"/>
                </a:lnTo>
                <a:lnTo>
                  <a:pt x="769023" y="5346700"/>
                </a:lnTo>
                <a:lnTo>
                  <a:pt x="779551" y="5384800"/>
                </a:lnTo>
                <a:lnTo>
                  <a:pt x="782616" y="5384800"/>
                </a:lnTo>
                <a:lnTo>
                  <a:pt x="789762" y="5410200"/>
                </a:lnTo>
                <a:lnTo>
                  <a:pt x="789241" y="5410200"/>
                </a:lnTo>
                <a:lnTo>
                  <a:pt x="800150" y="5435600"/>
                </a:lnTo>
                <a:lnTo>
                  <a:pt x="799630" y="5435600"/>
                </a:lnTo>
                <a:lnTo>
                  <a:pt x="810717" y="5473700"/>
                </a:lnTo>
                <a:lnTo>
                  <a:pt x="810196" y="5473700"/>
                </a:lnTo>
                <a:lnTo>
                  <a:pt x="821474" y="5499100"/>
                </a:lnTo>
                <a:lnTo>
                  <a:pt x="820928" y="5499100"/>
                </a:lnTo>
                <a:lnTo>
                  <a:pt x="832396" y="5537200"/>
                </a:lnTo>
                <a:lnTo>
                  <a:pt x="835736" y="5537200"/>
                </a:lnTo>
                <a:lnTo>
                  <a:pt x="843508" y="5562600"/>
                </a:lnTo>
                <a:lnTo>
                  <a:pt x="842949" y="5562600"/>
                </a:lnTo>
                <a:lnTo>
                  <a:pt x="854798" y="5588000"/>
                </a:lnTo>
                <a:lnTo>
                  <a:pt x="854227" y="5588000"/>
                </a:lnTo>
                <a:lnTo>
                  <a:pt x="866267" y="5626100"/>
                </a:lnTo>
                <a:lnTo>
                  <a:pt x="869763" y="5626100"/>
                </a:lnTo>
                <a:lnTo>
                  <a:pt x="877900" y="5651500"/>
                </a:lnTo>
                <a:lnTo>
                  <a:pt x="877328" y="5651500"/>
                </a:lnTo>
                <a:lnTo>
                  <a:pt x="889723" y="5676900"/>
                </a:lnTo>
                <a:lnTo>
                  <a:pt x="889139" y="5676900"/>
                </a:lnTo>
                <a:lnTo>
                  <a:pt x="901712" y="5715000"/>
                </a:lnTo>
                <a:lnTo>
                  <a:pt x="901115" y="5715000"/>
                </a:lnTo>
                <a:lnTo>
                  <a:pt x="913879" y="5740400"/>
                </a:lnTo>
                <a:lnTo>
                  <a:pt x="913282" y="5740400"/>
                </a:lnTo>
                <a:lnTo>
                  <a:pt x="926223" y="5765800"/>
                </a:lnTo>
                <a:lnTo>
                  <a:pt x="925614" y="5765800"/>
                </a:lnTo>
                <a:lnTo>
                  <a:pt x="938745" y="5803900"/>
                </a:lnTo>
                <a:lnTo>
                  <a:pt x="942560" y="5803900"/>
                </a:lnTo>
                <a:lnTo>
                  <a:pt x="951433" y="5829300"/>
                </a:lnTo>
                <a:lnTo>
                  <a:pt x="950798" y="5829300"/>
                </a:lnTo>
                <a:lnTo>
                  <a:pt x="964298" y="5854700"/>
                </a:lnTo>
                <a:lnTo>
                  <a:pt x="963650" y="5854700"/>
                </a:lnTo>
                <a:lnTo>
                  <a:pt x="977328" y="5880100"/>
                </a:lnTo>
                <a:lnTo>
                  <a:pt x="976680" y="5880100"/>
                </a:lnTo>
                <a:lnTo>
                  <a:pt x="990536" y="5918200"/>
                </a:lnTo>
                <a:lnTo>
                  <a:pt x="989876" y="5918200"/>
                </a:lnTo>
                <a:lnTo>
                  <a:pt x="1003909" y="5943600"/>
                </a:lnTo>
                <a:lnTo>
                  <a:pt x="1003249" y="5943600"/>
                </a:lnTo>
                <a:lnTo>
                  <a:pt x="1017460" y="5969000"/>
                </a:lnTo>
                <a:lnTo>
                  <a:pt x="1016787" y="5969000"/>
                </a:lnTo>
                <a:lnTo>
                  <a:pt x="1031163" y="6007100"/>
                </a:lnTo>
                <a:lnTo>
                  <a:pt x="1035346" y="6007100"/>
                </a:lnTo>
                <a:lnTo>
                  <a:pt x="1045057" y="6032500"/>
                </a:lnTo>
                <a:lnTo>
                  <a:pt x="1044359" y="6032500"/>
                </a:lnTo>
                <a:lnTo>
                  <a:pt x="1059103" y="6057900"/>
                </a:lnTo>
                <a:lnTo>
                  <a:pt x="1058405" y="6057900"/>
                </a:lnTo>
                <a:lnTo>
                  <a:pt x="1073315" y="6083300"/>
                </a:lnTo>
                <a:lnTo>
                  <a:pt x="1072616" y="6083300"/>
                </a:lnTo>
                <a:lnTo>
                  <a:pt x="1087704" y="6108700"/>
                </a:lnTo>
                <a:lnTo>
                  <a:pt x="1086992" y="6108700"/>
                </a:lnTo>
                <a:lnTo>
                  <a:pt x="1102258" y="6146800"/>
                </a:lnTo>
                <a:lnTo>
                  <a:pt x="1101534" y="6146800"/>
                </a:lnTo>
                <a:lnTo>
                  <a:pt x="1116977" y="6172200"/>
                </a:lnTo>
                <a:lnTo>
                  <a:pt x="1116241" y="6172200"/>
                </a:lnTo>
                <a:lnTo>
                  <a:pt x="1131849" y="6197600"/>
                </a:lnTo>
                <a:lnTo>
                  <a:pt x="1131112" y="6197600"/>
                </a:lnTo>
                <a:lnTo>
                  <a:pt x="1146898" y="6223000"/>
                </a:lnTo>
                <a:lnTo>
                  <a:pt x="1146162" y="6223000"/>
                </a:lnTo>
                <a:lnTo>
                  <a:pt x="1162113" y="6248400"/>
                </a:lnTo>
                <a:lnTo>
                  <a:pt x="1161351" y="6248400"/>
                </a:lnTo>
                <a:lnTo>
                  <a:pt x="1177480" y="6286500"/>
                </a:lnTo>
                <a:lnTo>
                  <a:pt x="1176718" y="6286500"/>
                </a:lnTo>
                <a:lnTo>
                  <a:pt x="1193012" y="6311900"/>
                </a:lnTo>
                <a:lnTo>
                  <a:pt x="1192250" y="6311900"/>
                </a:lnTo>
                <a:lnTo>
                  <a:pt x="1208709" y="6337300"/>
                </a:lnTo>
                <a:lnTo>
                  <a:pt x="1207935" y="6337300"/>
                </a:lnTo>
                <a:lnTo>
                  <a:pt x="1224572" y="6362700"/>
                </a:lnTo>
                <a:lnTo>
                  <a:pt x="1223784" y="6362700"/>
                </a:lnTo>
                <a:lnTo>
                  <a:pt x="1240586" y="6388100"/>
                </a:lnTo>
                <a:lnTo>
                  <a:pt x="1239799" y="6388100"/>
                </a:lnTo>
                <a:lnTo>
                  <a:pt x="1256766" y="6413500"/>
                </a:lnTo>
                <a:lnTo>
                  <a:pt x="1255966" y="6413500"/>
                </a:lnTo>
                <a:lnTo>
                  <a:pt x="1273098" y="6451600"/>
                </a:lnTo>
                <a:lnTo>
                  <a:pt x="1278056" y="6451600"/>
                </a:lnTo>
                <a:lnTo>
                  <a:pt x="1289596" y="6477000"/>
                </a:lnTo>
                <a:lnTo>
                  <a:pt x="1288783" y="6477000"/>
                </a:lnTo>
                <a:lnTo>
                  <a:pt x="1306245" y="6502400"/>
                </a:lnTo>
                <a:lnTo>
                  <a:pt x="1305420" y="6502400"/>
                </a:lnTo>
                <a:lnTo>
                  <a:pt x="1323047" y="6527800"/>
                </a:lnTo>
                <a:lnTo>
                  <a:pt x="1322222" y="6527800"/>
                </a:lnTo>
                <a:lnTo>
                  <a:pt x="1340015" y="6553200"/>
                </a:lnTo>
                <a:lnTo>
                  <a:pt x="1339189" y="6553200"/>
                </a:lnTo>
                <a:lnTo>
                  <a:pt x="1357134" y="6578600"/>
                </a:lnTo>
                <a:lnTo>
                  <a:pt x="1356296" y="6578600"/>
                </a:lnTo>
                <a:lnTo>
                  <a:pt x="1374394" y="6604000"/>
                </a:lnTo>
                <a:lnTo>
                  <a:pt x="1374394" y="7454900"/>
                </a:lnTo>
                <a:close/>
              </a:path>
              <a:path w="1374775" h="7454900">
                <a:moveTo>
                  <a:pt x="1288783" y="990600"/>
                </a:moveTo>
                <a:lnTo>
                  <a:pt x="1289596" y="977900"/>
                </a:lnTo>
                <a:lnTo>
                  <a:pt x="1294604" y="977900"/>
                </a:lnTo>
                <a:lnTo>
                  <a:pt x="1288783" y="990600"/>
                </a:lnTo>
                <a:close/>
              </a:path>
              <a:path w="1374775" h="7454900">
                <a:moveTo>
                  <a:pt x="1044359" y="1435100"/>
                </a:moveTo>
                <a:lnTo>
                  <a:pt x="1045057" y="1422400"/>
                </a:lnTo>
                <a:lnTo>
                  <a:pt x="1049273" y="1422400"/>
                </a:lnTo>
                <a:lnTo>
                  <a:pt x="1044359" y="1435100"/>
                </a:lnTo>
                <a:close/>
              </a:path>
              <a:path w="1374775" h="7454900">
                <a:moveTo>
                  <a:pt x="989876" y="1549400"/>
                </a:moveTo>
                <a:lnTo>
                  <a:pt x="990536" y="1536700"/>
                </a:lnTo>
                <a:lnTo>
                  <a:pt x="994553" y="1536700"/>
                </a:lnTo>
                <a:lnTo>
                  <a:pt x="989876" y="1549400"/>
                </a:lnTo>
                <a:close/>
              </a:path>
              <a:path w="1374775" h="7454900">
                <a:moveTo>
                  <a:pt x="810196" y="1993900"/>
                </a:moveTo>
                <a:lnTo>
                  <a:pt x="810717" y="1981200"/>
                </a:lnTo>
                <a:lnTo>
                  <a:pt x="813955" y="1981200"/>
                </a:lnTo>
                <a:lnTo>
                  <a:pt x="810196" y="1993900"/>
                </a:lnTo>
                <a:close/>
              </a:path>
              <a:path w="1374775" h="7454900">
                <a:moveTo>
                  <a:pt x="759193" y="2146300"/>
                </a:moveTo>
                <a:lnTo>
                  <a:pt x="759675" y="2133600"/>
                </a:lnTo>
                <a:lnTo>
                  <a:pt x="762634" y="2133600"/>
                </a:lnTo>
                <a:lnTo>
                  <a:pt x="759193" y="2146300"/>
                </a:lnTo>
                <a:close/>
              </a:path>
              <a:path w="1374775" h="7454900">
                <a:moveTo>
                  <a:pt x="695502" y="2362200"/>
                </a:moveTo>
                <a:lnTo>
                  <a:pt x="695921" y="2349500"/>
                </a:lnTo>
                <a:lnTo>
                  <a:pt x="698491" y="2349500"/>
                </a:lnTo>
                <a:lnTo>
                  <a:pt x="695502" y="2362200"/>
                </a:lnTo>
                <a:close/>
              </a:path>
              <a:path w="1374775" h="7454900">
                <a:moveTo>
                  <a:pt x="678992" y="2425700"/>
                </a:moveTo>
                <a:lnTo>
                  <a:pt x="679386" y="2413000"/>
                </a:lnTo>
                <a:lnTo>
                  <a:pt x="681850" y="2413000"/>
                </a:lnTo>
                <a:lnTo>
                  <a:pt x="678992" y="2425700"/>
                </a:lnTo>
                <a:close/>
              </a:path>
              <a:path w="1374775" h="7454900">
                <a:moveTo>
                  <a:pt x="607847" y="2743200"/>
                </a:moveTo>
                <a:lnTo>
                  <a:pt x="608152" y="2730500"/>
                </a:lnTo>
                <a:lnTo>
                  <a:pt x="610036" y="2730500"/>
                </a:lnTo>
                <a:lnTo>
                  <a:pt x="607847" y="2743200"/>
                </a:lnTo>
                <a:close/>
              </a:path>
              <a:path w="1374775" h="7454900">
                <a:moveTo>
                  <a:pt x="595947" y="2806700"/>
                </a:moveTo>
                <a:lnTo>
                  <a:pt x="596226" y="2794000"/>
                </a:lnTo>
                <a:lnTo>
                  <a:pt x="597996" y="2794000"/>
                </a:lnTo>
                <a:lnTo>
                  <a:pt x="595947" y="2806700"/>
                </a:lnTo>
                <a:close/>
              </a:path>
              <a:path w="1374775" h="7454900">
                <a:moveTo>
                  <a:pt x="560514" y="3035300"/>
                </a:moveTo>
                <a:lnTo>
                  <a:pt x="560730" y="3022600"/>
                </a:lnTo>
                <a:lnTo>
                  <a:pt x="562076" y="3022600"/>
                </a:lnTo>
                <a:lnTo>
                  <a:pt x="560514" y="3035300"/>
                </a:lnTo>
                <a:close/>
              </a:path>
              <a:path w="1374775" h="7454900">
                <a:moveTo>
                  <a:pt x="527037" y="3365500"/>
                </a:moveTo>
                <a:lnTo>
                  <a:pt x="527151" y="3352800"/>
                </a:lnTo>
                <a:lnTo>
                  <a:pt x="527888" y="3352800"/>
                </a:lnTo>
                <a:lnTo>
                  <a:pt x="527037" y="3365500"/>
                </a:lnTo>
                <a:close/>
              </a:path>
              <a:path w="1374775" h="7454900">
                <a:moveTo>
                  <a:pt x="523489" y="4038600"/>
                </a:moveTo>
                <a:lnTo>
                  <a:pt x="522909" y="4038600"/>
                </a:lnTo>
                <a:lnTo>
                  <a:pt x="522820" y="4025900"/>
                </a:lnTo>
                <a:lnTo>
                  <a:pt x="523489" y="4038600"/>
                </a:lnTo>
                <a:close/>
              </a:path>
              <a:path w="1374775" h="7454900">
                <a:moveTo>
                  <a:pt x="576279" y="4533900"/>
                </a:moveTo>
                <a:lnTo>
                  <a:pt x="574751" y="4533900"/>
                </a:lnTo>
                <a:lnTo>
                  <a:pt x="574509" y="4521200"/>
                </a:lnTo>
                <a:lnTo>
                  <a:pt x="576279" y="4533900"/>
                </a:lnTo>
                <a:close/>
              </a:path>
              <a:path w="1374775" h="7454900">
                <a:moveTo>
                  <a:pt x="734034" y="5232400"/>
                </a:moveTo>
                <a:lnTo>
                  <a:pt x="731240" y="5232400"/>
                </a:lnTo>
                <a:lnTo>
                  <a:pt x="730783" y="5219700"/>
                </a:lnTo>
                <a:lnTo>
                  <a:pt x="734034" y="5232400"/>
                </a:lnTo>
                <a:close/>
              </a:path>
              <a:path w="1374775" h="7454900">
                <a:moveTo>
                  <a:pt x="782616" y="5384800"/>
                </a:moveTo>
                <a:lnTo>
                  <a:pt x="779551" y="5384800"/>
                </a:lnTo>
                <a:lnTo>
                  <a:pt x="779043" y="5372100"/>
                </a:lnTo>
                <a:lnTo>
                  <a:pt x="782616" y="5384800"/>
                </a:lnTo>
                <a:close/>
              </a:path>
              <a:path w="1374775" h="7454900">
                <a:moveTo>
                  <a:pt x="835736" y="5537200"/>
                </a:moveTo>
                <a:lnTo>
                  <a:pt x="832396" y="5537200"/>
                </a:lnTo>
                <a:lnTo>
                  <a:pt x="831850" y="5524500"/>
                </a:lnTo>
                <a:lnTo>
                  <a:pt x="835736" y="5537200"/>
                </a:lnTo>
                <a:close/>
              </a:path>
              <a:path w="1374775" h="7454900">
                <a:moveTo>
                  <a:pt x="869763" y="5626100"/>
                </a:moveTo>
                <a:lnTo>
                  <a:pt x="866267" y="5626100"/>
                </a:lnTo>
                <a:lnTo>
                  <a:pt x="865695" y="5613400"/>
                </a:lnTo>
                <a:lnTo>
                  <a:pt x="869763" y="5626100"/>
                </a:lnTo>
                <a:close/>
              </a:path>
              <a:path w="1374775" h="7454900">
                <a:moveTo>
                  <a:pt x="942560" y="5803900"/>
                </a:moveTo>
                <a:lnTo>
                  <a:pt x="938745" y="5803900"/>
                </a:lnTo>
                <a:lnTo>
                  <a:pt x="938123" y="5791200"/>
                </a:lnTo>
                <a:lnTo>
                  <a:pt x="942560" y="5803900"/>
                </a:lnTo>
                <a:close/>
              </a:path>
              <a:path w="1374775" h="7454900">
                <a:moveTo>
                  <a:pt x="1035346" y="6007100"/>
                </a:moveTo>
                <a:lnTo>
                  <a:pt x="1031163" y="6007100"/>
                </a:lnTo>
                <a:lnTo>
                  <a:pt x="1030490" y="5994400"/>
                </a:lnTo>
                <a:lnTo>
                  <a:pt x="1035346" y="6007100"/>
                </a:lnTo>
                <a:close/>
              </a:path>
              <a:path w="1374775" h="7454900">
                <a:moveTo>
                  <a:pt x="1278056" y="6451600"/>
                </a:moveTo>
                <a:lnTo>
                  <a:pt x="1273098" y="6451600"/>
                </a:lnTo>
                <a:lnTo>
                  <a:pt x="1272286" y="6438900"/>
                </a:lnTo>
                <a:lnTo>
                  <a:pt x="1278056" y="6451600"/>
                </a:lnTo>
                <a:close/>
              </a:path>
            </a:pathLst>
          </a:custGeom>
          <a:solidFill>
            <a:srgbClr val="FC611F">
              <a:alpha val="11799"/>
            </a:srgbClr>
          </a:solidFill>
        </p:spPr>
        <p:txBody>
          <a:bodyPr wrap="square" lIns="0" tIns="0" rIns="0" bIns="0" rtlCol="0"/>
          <a:lstStyle/>
          <a:p>
            <a:endParaRPr/>
          </a:p>
        </p:txBody>
      </p:sp>
      <p:sp>
        <p:nvSpPr>
          <p:cNvPr id="16" name="object 16" descr="$PPTXTitle"/>
          <p:cNvSpPr txBox="1">
            <a:spLocks noGrp="1"/>
          </p:cNvSpPr>
          <p:nvPr>
            <p:ph type="title"/>
          </p:nvPr>
        </p:nvSpPr>
        <p:spPr>
          <a:prstGeom prst="rect">
            <a:avLst/>
          </a:prstGeom>
        </p:spPr>
        <p:txBody>
          <a:bodyPr vert="horz" wrap="square" lIns="0" tIns="65113" rIns="0" bIns="0" rtlCol="0">
            <a:spAutoFit/>
          </a:bodyPr>
          <a:lstStyle/>
          <a:p>
            <a:pPr marL="971550">
              <a:lnSpc>
                <a:spcPct val="100000"/>
              </a:lnSpc>
              <a:spcBef>
                <a:spcPts val="100"/>
              </a:spcBef>
            </a:pPr>
            <a:r>
              <a:rPr spc="-45" dirty="0"/>
              <a:t>IMPLEMENTATION</a:t>
            </a:r>
            <a:r>
              <a:rPr spc="-215" dirty="0"/>
              <a:t> </a:t>
            </a:r>
            <a:r>
              <a:rPr spc="-10" dirty="0"/>
              <a:t>SCREENSHOTS</a:t>
            </a:r>
          </a:p>
        </p:txBody>
      </p:sp>
      <p:sp>
        <p:nvSpPr>
          <p:cNvPr id="17" name="object 17"/>
          <p:cNvSpPr txBox="1"/>
          <p:nvPr/>
        </p:nvSpPr>
        <p:spPr>
          <a:xfrm>
            <a:off x="2288539" y="1651635"/>
            <a:ext cx="6396355" cy="1304925"/>
          </a:xfrm>
          <a:prstGeom prst="rect">
            <a:avLst/>
          </a:prstGeom>
        </p:spPr>
        <p:txBody>
          <a:bodyPr vert="horz" wrap="square" lIns="0" tIns="12065" rIns="0" bIns="0" rtlCol="0">
            <a:spAutoFit/>
          </a:bodyPr>
          <a:lstStyle/>
          <a:p>
            <a:pPr marL="12700">
              <a:lnSpc>
                <a:spcPct val="100000"/>
              </a:lnSpc>
              <a:spcBef>
                <a:spcPts val="95"/>
              </a:spcBef>
            </a:pPr>
            <a:r>
              <a:rPr sz="2800" b="1" spc="-20" dirty="0">
                <a:latin typeface="Calibri"/>
                <a:cs typeface="Calibri"/>
              </a:rPr>
              <a:t>Registration</a:t>
            </a:r>
            <a:r>
              <a:rPr sz="2800" b="1" spc="-35" dirty="0">
                <a:latin typeface="Calibri"/>
                <a:cs typeface="Calibri"/>
              </a:rPr>
              <a:t> </a:t>
            </a:r>
            <a:r>
              <a:rPr sz="2800" b="1" spc="-20" dirty="0">
                <a:latin typeface="Calibri"/>
                <a:cs typeface="Calibri"/>
              </a:rPr>
              <a:t>Page:</a:t>
            </a:r>
            <a:endParaRPr sz="2800">
              <a:latin typeface="Calibri"/>
              <a:cs typeface="Calibri"/>
            </a:endParaRPr>
          </a:p>
          <a:p>
            <a:pPr marL="12700">
              <a:lnSpc>
                <a:spcPct val="100000"/>
              </a:lnSpc>
              <a:spcBef>
                <a:spcPts val="3360"/>
              </a:spcBef>
              <a:tabLst>
                <a:tab pos="469265" algn="l"/>
              </a:tabLst>
            </a:pPr>
            <a:r>
              <a:rPr sz="2800" dirty="0">
                <a:latin typeface="Calibri"/>
                <a:cs typeface="Calibri"/>
              </a:rPr>
              <a:t>-	Students</a:t>
            </a:r>
            <a:r>
              <a:rPr sz="2800" spc="-85" dirty="0">
                <a:latin typeface="Calibri"/>
                <a:cs typeface="Calibri"/>
              </a:rPr>
              <a:t> </a:t>
            </a:r>
            <a:r>
              <a:rPr sz="2800" dirty="0">
                <a:latin typeface="Calibri"/>
                <a:cs typeface="Calibri"/>
              </a:rPr>
              <a:t>fill</a:t>
            </a:r>
            <a:r>
              <a:rPr sz="2800" spc="-80" dirty="0">
                <a:latin typeface="Calibri"/>
                <a:cs typeface="Calibri"/>
              </a:rPr>
              <a:t> </a:t>
            </a:r>
            <a:r>
              <a:rPr sz="2800" dirty="0">
                <a:latin typeface="Calibri"/>
                <a:cs typeface="Calibri"/>
              </a:rPr>
              <a:t>details</a:t>
            </a:r>
            <a:r>
              <a:rPr sz="2800" spc="-80" dirty="0">
                <a:latin typeface="Calibri"/>
                <a:cs typeface="Calibri"/>
              </a:rPr>
              <a:t> </a:t>
            </a:r>
            <a:r>
              <a:rPr sz="2800" dirty="0">
                <a:latin typeface="Calibri"/>
                <a:cs typeface="Calibri"/>
              </a:rPr>
              <a:t>to</a:t>
            </a:r>
            <a:r>
              <a:rPr sz="2800" spc="-85" dirty="0">
                <a:latin typeface="Calibri"/>
                <a:cs typeface="Calibri"/>
              </a:rPr>
              <a:t> </a:t>
            </a:r>
            <a:r>
              <a:rPr sz="2800" dirty="0">
                <a:latin typeface="Calibri"/>
                <a:cs typeface="Calibri"/>
              </a:rPr>
              <a:t>register</a:t>
            </a:r>
            <a:r>
              <a:rPr sz="2800" spc="-80" dirty="0">
                <a:latin typeface="Calibri"/>
                <a:cs typeface="Calibri"/>
              </a:rPr>
              <a:t> </a:t>
            </a:r>
            <a:r>
              <a:rPr sz="2800" dirty="0">
                <a:latin typeface="Calibri"/>
                <a:cs typeface="Calibri"/>
              </a:rPr>
              <a:t>for</a:t>
            </a:r>
            <a:r>
              <a:rPr sz="2800" spc="-85" dirty="0">
                <a:latin typeface="Calibri"/>
                <a:cs typeface="Calibri"/>
              </a:rPr>
              <a:t> </a:t>
            </a:r>
            <a:r>
              <a:rPr sz="2800" spc="-10" dirty="0">
                <a:latin typeface="Calibri"/>
                <a:cs typeface="Calibri"/>
              </a:rPr>
              <a:t>events.</a:t>
            </a:r>
            <a:endParaRPr sz="2800">
              <a:latin typeface="Calibri"/>
              <a:cs typeface="Calibri"/>
            </a:endParaRPr>
          </a:p>
        </p:txBody>
      </p:sp>
      <p:pic>
        <p:nvPicPr>
          <p:cNvPr id="20" name="Picture 19" descr="The image displays a user interface for registering for an event on VELTECH, with fields for personal details, event date, and ticket information.&#10;&#10;AI-generated content may be incorrect.">
            <a:extLst>
              <a:ext uri="{FF2B5EF4-FFF2-40B4-BE49-F238E27FC236}">
                <a16:creationId xmlns:a16="http://schemas.microsoft.com/office/drawing/2014/main" id="{C96A28CC-A353-C1FA-371E-2A4167C5ED1C}"/>
              </a:ext>
            </a:extLst>
          </p:cNvPr>
          <p:cNvPicPr>
            <a:picLocks noChangeAspect="1"/>
          </p:cNvPicPr>
          <p:nvPr/>
        </p:nvPicPr>
        <p:blipFill>
          <a:blip r:embed="rId7"/>
          <a:stretch>
            <a:fillRect/>
          </a:stretch>
        </p:blipFill>
        <p:spPr>
          <a:xfrm>
            <a:off x="5177606" y="3195802"/>
            <a:ext cx="7932787" cy="60405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5583" y="6653898"/>
            <a:ext cx="992505" cy="992505"/>
          </a:xfrm>
          <a:custGeom>
            <a:avLst/>
            <a:gdLst/>
            <a:ahLst/>
            <a:cxnLst/>
            <a:rect l="l" t="t" r="r" b="b"/>
            <a:pathLst>
              <a:path w="992505" h="992504">
                <a:moveTo>
                  <a:pt x="496239" y="992454"/>
                </a:moveTo>
                <a:lnTo>
                  <a:pt x="448448" y="990182"/>
                </a:lnTo>
                <a:lnTo>
                  <a:pt x="401942" y="983506"/>
                </a:lnTo>
                <a:lnTo>
                  <a:pt x="356929" y="972634"/>
                </a:lnTo>
                <a:lnTo>
                  <a:pt x="313618" y="957773"/>
                </a:lnTo>
                <a:lnTo>
                  <a:pt x="272216" y="939131"/>
                </a:lnTo>
                <a:lnTo>
                  <a:pt x="232930" y="916917"/>
                </a:lnTo>
                <a:lnTo>
                  <a:pt x="195970" y="891338"/>
                </a:lnTo>
                <a:lnTo>
                  <a:pt x="161543" y="862602"/>
                </a:lnTo>
                <a:lnTo>
                  <a:pt x="129857" y="830917"/>
                </a:lnTo>
                <a:lnTo>
                  <a:pt x="101120" y="796491"/>
                </a:lnTo>
                <a:lnTo>
                  <a:pt x="75540" y="759532"/>
                </a:lnTo>
                <a:lnTo>
                  <a:pt x="53325" y="720248"/>
                </a:lnTo>
                <a:lnTo>
                  <a:pt x="34682" y="678846"/>
                </a:lnTo>
                <a:lnTo>
                  <a:pt x="19820" y="635535"/>
                </a:lnTo>
                <a:lnTo>
                  <a:pt x="8947" y="590523"/>
                </a:lnTo>
                <a:lnTo>
                  <a:pt x="2271" y="544018"/>
                </a:lnTo>
                <a:lnTo>
                  <a:pt x="0" y="496227"/>
                </a:lnTo>
                <a:lnTo>
                  <a:pt x="2271" y="448435"/>
                </a:lnTo>
                <a:lnTo>
                  <a:pt x="8947" y="401930"/>
                </a:lnTo>
                <a:lnTo>
                  <a:pt x="19820" y="356918"/>
                </a:lnTo>
                <a:lnTo>
                  <a:pt x="34682" y="313607"/>
                </a:lnTo>
                <a:lnTo>
                  <a:pt x="53325" y="272206"/>
                </a:lnTo>
                <a:lnTo>
                  <a:pt x="75540" y="232921"/>
                </a:lnTo>
                <a:lnTo>
                  <a:pt x="101120" y="195962"/>
                </a:lnTo>
                <a:lnTo>
                  <a:pt x="129857" y="161536"/>
                </a:lnTo>
                <a:lnTo>
                  <a:pt x="161543" y="129851"/>
                </a:lnTo>
                <a:lnTo>
                  <a:pt x="195970" y="101115"/>
                </a:lnTo>
                <a:lnTo>
                  <a:pt x="232930" y="75536"/>
                </a:lnTo>
                <a:lnTo>
                  <a:pt x="272216" y="53322"/>
                </a:lnTo>
                <a:lnTo>
                  <a:pt x="313618" y="34680"/>
                </a:lnTo>
                <a:lnTo>
                  <a:pt x="356929" y="19819"/>
                </a:lnTo>
                <a:lnTo>
                  <a:pt x="401942" y="8947"/>
                </a:lnTo>
                <a:lnTo>
                  <a:pt x="448448" y="2271"/>
                </a:lnTo>
                <a:lnTo>
                  <a:pt x="496239" y="0"/>
                </a:lnTo>
                <a:lnTo>
                  <a:pt x="544028" y="2271"/>
                </a:lnTo>
                <a:lnTo>
                  <a:pt x="590533" y="8947"/>
                </a:lnTo>
                <a:lnTo>
                  <a:pt x="635544" y="19819"/>
                </a:lnTo>
                <a:lnTo>
                  <a:pt x="678854" y="34680"/>
                </a:lnTo>
                <a:lnTo>
                  <a:pt x="720255" y="53322"/>
                </a:lnTo>
                <a:lnTo>
                  <a:pt x="759539" y="75536"/>
                </a:lnTo>
                <a:lnTo>
                  <a:pt x="796498" y="101115"/>
                </a:lnTo>
                <a:lnTo>
                  <a:pt x="830924" y="129851"/>
                </a:lnTo>
                <a:lnTo>
                  <a:pt x="862610" y="161536"/>
                </a:lnTo>
                <a:lnTo>
                  <a:pt x="891347" y="195962"/>
                </a:lnTo>
                <a:lnTo>
                  <a:pt x="916927" y="232921"/>
                </a:lnTo>
                <a:lnTo>
                  <a:pt x="939142" y="272206"/>
                </a:lnTo>
                <a:lnTo>
                  <a:pt x="957784" y="313607"/>
                </a:lnTo>
                <a:lnTo>
                  <a:pt x="972646" y="356918"/>
                </a:lnTo>
                <a:lnTo>
                  <a:pt x="983518" y="401930"/>
                </a:lnTo>
                <a:lnTo>
                  <a:pt x="990195" y="448435"/>
                </a:lnTo>
                <a:lnTo>
                  <a:pt x="992466" y="496227"/>
                </a:lnTo>
                <a:lnTo>
                  <a:pt x="990195" y="544018"/>
                </a:lnTo>
                <a:lnTo>
                  <a:pt x="983518" y="590523"/>
                </a:lnTo>
                <a:lnTo>
                  <a:pt x="972646" y="635535"/>
                </a:lnTo>
                <a:lnTo>
                  <a:pt x="957784" y="678846"/>
                </a:lnTo>
                <a:lnTo>
                  <a:pt x="939142" y="720248"/>
                </a:lnTo>
                <a:lnTo>
                  <a:pt x="916927" y="759532"/>
                </a:lnTo>
                <a:lnTo>
                  <a:pt x="891347" y="796491"/>
                </a:lnTo>
                <a:lnTo>
                  <a:pt x="862610" y="830917"/>
                </a:lnTo>
                <a:lnTo>
                  <a:pt x="830924" y="862602"/>
                </a:lnTo>
                <a:lnTo>
                  <a:pt x="796498" y="891338"/>
                </a:lnTo>
                <a:lnTo>
                  <a:pt x="759539" y="916917"/>
                </a:lnTo>
                <a:lnTo>
                  <a:pt x="720255" y="939131"/>
                </a:lnTo>
                <a:lnTo>
                  <a:pt x="678854" y="957773"/>
                </a:lnTo>
                <a:lnTo>
                  <a:pt x="635544" y="972634"/>
                </a:lnTo>
                <a:lnTo>
                  <a:pt x="590533" y="983506"/>
                </a:lnTo>
                <a:lnTo>
                  <a:pt x="544028" y="990182"/>
                </a:lnTo>
                <a:lnTo>
                  <a:pt x="496239" y="992454"/>
                </a:lnTo>
                <a:close/>
              </a:path>
            </a:pathLst>
          </a:custGeom>
          <a:solidFill>
            <a:srgbClr val="FC611F"/>
          </a:solidFill>
        </p:spPr>
        <p:txBody>
          <a:bodyPr wrap="square" lIns="0" tIns="0" rIns="0" bIns="0" rtlCol="0"/>
          <a:lstStyle/>
          <a:p>
            <a:endParaRPr/>
          </a:p>
        </p:txBody>
      </p:sp>
      <p:pic>
        <p:nvPicPr>
          <p:cNvPr id="3" name="object 3"/>
          <p:cNvPicPr/>
          <p:nvPr/>
        </p:nvPicPr>
        <p:blipFill>
          <a:blip r:embed="rId2" cstate="print"/>
          <a:stretch>
            <a:fillRect/>
          </a:stretch>
        </p:blipFill>
        <p:spPr>
          <a:xfrm>
            <a:off x="973061" y="3310978"/>
            <a:ext cx="517512" cy="552450"/>
          </a:xfrm>
          <a:prstGeom prst="rect">
            <a:avLst/>
          </a:prstGeom>
        </p:spPr>
      </p:pic>
      <p:pic>
        <p:nvPicPr>
          <p:cNvPr id="4" name="object 4"/>
          <p:cNvPicPr/>
          <p:nvPr/>
        </p:nvPicPr>
        <p:blipFill>
          <a:blip r:embed="rId3" cstate="print"/>
          <a:stretch>
            <a:fillRect/>
          </a:stretch>
        </p:blipFill>
        <p:spPr>
          <a:xfrm>
            <a:off x="973061" y="1977580"/>
            <a:ext cx="517512" cy="552450"/>
          </a:xfrm>
          <a:prstGeom prst="rect">
            <a:avLst/>
          </a:prstGeom>
        </p:spPr>
      </p:pic>
      <p:pic>
        <p:nvPicPr>
          <p:cNvPr id="5" name="object 5"/>
          <p:cNvPicPr/>
          <p:nvPr/>
        </p:nvPicPr>
        <p:blipFill>
          <a:blip r:embed="rId2" cstate="print"/>
          <a:stretch>
            <a:fillRect/>
          </a:stretch>
        </p:blipFill>
        <p:spPr>
          <a:xfrm>
            <a:off x="973061" y="3978605"/>
            <a:ext cx="517512" cy="552450"/>
          </a:xfrm>
          <a:prstGeom prst="rect">
            <a:avLst/>
          </a:prstGeom>
        </p:spPr>
      </p:pic>
      <p:pic>
        <p:nvPicPr>
          <p:cNvPr id="6" name="object 6"/>
          <p:cNvPicPr/>
          <p:nvPr/>
        </p:nvPicPr>
        <p:blipFill>
          <a:blip r:embed="rId4" cstate="print"/>
          <a:stretch>
            <a:fillRect/>
          </a:stretch>
        </p:blipFill>
        <p:spPr>
          <a:xfrm>
            <a:off x="973061" y="2643352"/>
            <a:ext cx="517512" cy="552450"/>
          </a:xfrm>
          <a:prstGeom prst="rect">
            <a:avLst/>
          </a:prstGeom>
        </p:spPr>
      </p:pic>
      <p:pic>
        <p:nvPicPr>
          <p:cNvPr id="7" name="object 7"/>
          <p:cNvPicPr/>
          <p:nvPr/>
        </p:nvPicPr>
        <p:blipFill>
          <a:blip r:embed="rId2" cstate="print"/>
          <a:stretch>
            <a:fillRect/>
          </a:stretch>
        </p:blipFill>
        <p:spPr>
          <a:xfrm>
            <a:off x="973061" y="5313870"/>
            <a:ext cx="517512" cy="552450"/>
          </a:xfrm>
          <a:prstGeom prst="rect">
            <a:avLst/>
          </a:prstGeom>
        </p:spPr>
      </p:pic>
      <p:pic>
        <p:nvPicPr>
          <p:cNvPr id="8" name="object 8"/>
          <p:cNvPicPr/>
          <p:nvPr/>
        </p:nvPicPr>
        <p:blipFill>
          <a:blip r:embed="rId4" cstate="print"/>
          <a:stretch>
            <a:fillRect/>
          </a:stretch>
        </p:blipFill>
        <p:spPr>
          <a:xfrm>
            <a:off x="973061" y="4646244"/>
            <a:ext cx="517512" cy="552450"/>
          </a:xfrm>
          <a:prstGeom prst="rect">
            <a:avLst/>
          </a:prstGeom>
        </p:spPr>
      </p:pic>
      <p:pic>
        <p:nvPicPr>
          <p:cNvPr id="9" name="object 9"/>
          <p:cNvPicPr/>
          <p:nvPr/>
        </p:nvPicPr>
        <p:blipFill>
          <a:blip r:embed="rId5" cstate="print"/>
          <a:stretch>
            <a:fillRect/>
          </a:stretch>
        </p:blipFill>
        <p:spPr>
          <a:xfrm>
            <a:off x="973061" y="5981496"/>
            <a:ext cx="517512" cy="552449"/>
          </a:xfrm>
          <a:prstGeom prst="rect">
            <a:avLst/>
          </a:prstGeom>
        </p:spPr>
      </p:pic>
      <p:pic>
        <p:nvPicPr>
          <p:cNvPr id="10" name="object 10"/>
          <p:cNvPicPr/>
          <p:nvPr/>
        </p:nvPicPr>
        <p:blipFill>
          <a:blip r:embed="rId2" cstate="print"/>
          <a:stretch>
            <a:fillRect/>
          </a:stretch>
        </p:blipFill>
        <p:spPr>
          <a:xfrm>
            <a:off x="973061" y="7756080"/>
            <a:ext cx="517512" cy="552450"/>
          </a:xfrm>
          <a:prstGeom prst="rect">
            <a:avLst/>
          </a:prstGeom>
        </p:spPr>
      </p:pic>
      <p:sp>
        <p:nvSpPr>
          <p:cNvPr id="11" name="object 11"/>
          <p:cNvSpPr txBox="1"/>
          <p:nvPr/>
        </p:nvSpPr>
        <p:spPr>
          <a:xfrm>
            <a:off x="876261" y="2107539"/>
            <a:ext cx="709930" cy="6064250"/>
          </a:xfrm>
          <a:prstGeom prst="rect">
            <a:avLst/>
          </a:prstGeom>
        </p:spPr>
        <p:txBody>
          <a:bodyPr vert="horz" wrap="square" lIns="0" tIns="13335" rIns="0" bIns="0" rtlCol="0">
            <a:spAutoFit/>
          </a:bodyPr>
          <a:lstStyle/>
          <a:p>
            <a:pPr marL="1270" algn="ctr">
              <a:lnSpc>
                <a:spcPct val="100000"/>
              </a:lnSpc>
              <a:spcBef>
                <a:spcPts val="105"/>
              </a:spcBef>
            </a:pPr>
            <a:r>
              <a:rPr sz="1700" spc="-375" dirty="0">
                <a:solidFill>
                  <a:srgbClr val="181818"/>
                </a:solidFill>
                <a:latin typeface="Tahoma"/>
                <a:cs typeface="Tahoma"/>
              </a:rPr>
              <a:t>1</a:t>
            </a:r>
            <a:endParaRPr sz="1700">
              <a:latin typeface="Tahoma"/>
              <a:cs typeface="Tahoma"/>
            </a:endParaRPr>
          </a:p>
          <a:p>
            <a:pPr>
              <a:lnSpc>
                <a:spcPct val="100000"/>
              </a:lnSpc>
              <a:spcBef>
                <a:spcPts val="1150"/>
              </a:spcBef>
            </a:pPr>
            <a:endParaRPr sz="1700">
              <a:latin typeface="Tahoma"/>
              <a:cs typeface="Tahoma"/>
            </a:endParaRPr>
          </a:p>
          <a:p>
            <a:pPr marL="1270" algn="ctr">
              <a:lnSpc>
                <a:spcPct val="100000"/>
              </a:lnSpc>
            </a:pPr>
            <a:r>
              <a:rPr sz="1700" spc="40" dirty="0">
                <a:solidFill>
                  <a:srgbClr val="181818"/>
                </a:solidFill>
                <a:latin typeface="Tahoma"/>
                <a:cs typeface="Tahoma"/>
              </a:rPr>
              <a:t>2</a:t>
            </a:r>
            <a:endParaRPr sz="1700">
              <a:latin typeface="Tahoma"/>
              <a:cs typeface="Tahoma"/>
            </a:endParaRPr>
          </a:p>
          <a:p>
            <a:pPr>
              <a:lnSpc>
                <a:spcPct val="100000"/>
              </a:lnSpc>
              <a:spcBef>
                <a:spcPts val="1165"/>
              </a:spcBef>
            </a:pPr>
            <a:endParaRPr sz="1700">
              <a:latin typeface="Tahoma"/>
              <a:cs typeface="Tahoma"/>
            </a:endParaRPr>
          </a:p>
          <a:p>
            <a:pPr marL="1905" algn="ctr">
              <a:lnSpc>
                <a:spcPct val="100000"/>
              </a:lnSpc>
            </a:pPr>
            <a:r>
              <a:rPr sz="1700" spc="60" dirty="0">
                <a:solidFill>
                  <a:srgbClr val="181818"/>
                </a:solidFill>
                <a:latin typeface="Tahoma"/>
                <a:cs typeface="Tahoma"/>
              </a:rPr>
              <a:t>3</a:t>
            </a:r>
            <a:endParaRPr sz="1700">
              <a:latin typeface="Tahoma"/>
              <a:cs typeface="Tahoma"/>
            </a:endParaRPr>
          </a:p>
          <a:p>
            <a:pPr>
              <a:lnSpc>
                <a:spcPct val="100000"/>
              </a:lnSpc>
              <a:spcBef>
                <a:spcPts val="1165"/>
              </a:spcBef>
            </a:pPr>
            <a:endParaRPr sz="1700">
              <a:latin typeface="Tahoma"/>
              <a:cs typeface="Tahoma"/>
            </a:endParaRPr>
          </a:p>
          <a:p>
            <a:pPr marL="1905" algn="ctr">
              <a:lnSpc>
                <a:spcPct val="100000"/>
              </a:lnSpc>
            </a:pPr>
            <a:r>
              <a:rPr sz="1700" spc="160" dirty="0">
                <a:solidFill>
                  <a:srgbClr val="181818"/>
                </a:solidFill>
                <a:latin typeface="Tahoma"/>
                <a:cs typeface="Tahoma"/>
              </a:rPr>
              <a:t>4</a:t>
            </a:r>
            <a:endParaRPr sz="1700">
              <a:latin typeface="Tahoma"/>
              <a:cs typeface="Tahoma"/>
            </a:endParaRPr>
          </a:p>
          <a:p>
            <a:pPr>
              <a:lnSpc>
                <a:spcPct val="100000"/>
              </a:lnSpc>
              <a:spcBef>
                <a:spcPts val="1165"/>
              </a:spcBef>
            </a:pPr>
            <a:endParaRPr sz="1700">
              <a:latin typeface="Tahoma"/>
              <a:cs typeface="Tahoma"/>
            </a:endParaRPr>
          </a:p>
          <a:p>
            <a:pPr marL="1905" algn="ctr">
              <a:lnSpc>
                <a:spcPct val="100000"/>
              </a:lnSpc>
            </a:pPr>
            <a:r>
              <a:rPr sz="1700" spc="60" dirty="0">
                <a:solidFill>
                  <a:srgbClr val="181818"/>
                </a:solidFill>
                <a:latin typeface="Tahoma"/>
                <a:cs typeface="Tahoma"/>
              </a:rPr>
              <a:t>5</a:t>
            </a:r>
            <a:endParaRPr sz="1700">
              <a:latin typeface="Tahoma"/>
              <a:cs typeface="Tahoma"/>
            </a:endParaRPr>
          </a:p>
          <a:p>
            <a:pPr>
              <a:lnSpc>
                <a:spcPct val="100000"/>
              </a:lnSpc>
              <a:spcBef>
                <a:spcPts val="1165"/>
              </a:spcBef>
            </a:pPr>
            <a:endParaRPr sz="1700">
              <a:latin typeface="Tahoma"/>
              <a:cs typeface="Tahoma"/>
            </a:endParaRPr>
          </a:p>
          <a:p>
            <a:pPr marL="1270" algn="ctr">
              <a:lnSpc>
                <a:spcPct val="100000"/>
              </a:lnSpc>
            </a:pPr>
            <a:r>
              <a:rPr sz="1700" spc="125" dirty="0">
                <a:solidFill>
                  <a:srgbClr val="181818"/>
                </a:solidFill>
                <a:latin typeface="Tahoma"/>
                <a:cs typeface="Tahoma"/>
              </a:rPr>
              <a:t>6</a:t>
            </a:r>
            <a:endParaRPr sz="1700">
              <a:latin typeface="Tahoma"/>
              <a:cs typeface="Tahoma"/>
            </a:endParaRPr>
          </a:p>
          <a:p>
            <a:pPr>
              <a:lnSpc>
                <a:spcPct val="100000"/>
              </a:lnSpc>
              <a:spcBef>
                <a:spcPts val="1165"/>
              </a:spcBef>
            </a:pPr>
            <a:endParaRPr sz="1700">
              <a:latin typeface="Tahoma"/>
              <a:cs typeface="Tahoma"/>
            </a:endParaRPr>
          </a:p>
          <a:p>
            <a:pPr marL="635" algn="ctr">
              <a:lnSpc>
                <a:spcPct val="100000"/>
              </a:lnSpc>
            </a:pPr>
            <a:r>
              <a:rPr sz="1700" spc="30" dirty="0">
                <a:solidFill>
                  <a:srgbClr val="181818"/>
                </a:solidFill>
                <a:latin typeface="Tahoma"/>
                <a:cs typeface="Tahoma"/>
              </a:rPr>
              <a:t>7</a:t>
            </a:r>
            <a:endParaRPr sz="1700">
              <a:latin typeface="Tahoma"/>
              <a:cs typeface="Tahoma"/>
            </a:endParaRPr>
          </a:p>
          <a:p>
            <a:pPr>
              <a:lnSpc>
                <a:spcPct val="100000"/>
              </a:lnSpc>
            </a:pPr>
            <a:endParaRPr sz="1700">
              <a:latin typeface="Tahoma"/>
              <a:cs typeface="Tahoma"/>
            </a:endParaRPr>
          </a:p>
          <a:p>
            <a:pPr>
              <a:lnSpc>
                <a:spcPct val="100000"/>
              </a:lnSpc>
              <a:spcBef>
                <a:spcPts val="420"/>
              </a:spcBef>
            </a:pPr>
            <a:endParaRPr sz="1700">
              <a:latin typeface="Tahoma"/>
              <a:cs typeface="Tahoma"/>
            </a:endParaRPr>
          </a:p>
          <a:p>
            <a:pPr algn="ctr">
              <a:lnSpc>
                <a:spcPct val="100000"/>
              </a:lnSpc>
            </a:pPr>
            <a:r>
              <a:rPr sz="2400" spc="165" dirty="0">
                <a:solidFill>
                  <a:srgbClr val="001F5F"/>
                </a:solidFill>
                <a:latin typeface="Tahoma"/>
                <a:cs typeface="Tahoma"/>
              </a:rPr>
              <a:t>8(C)</a:t>
            </a:r>
            <a:endParaRPr sz="2400">
              <a:latin typeface="Tahoma"/>
              <a:cs typeface="Tahoma"/>
            </a:endParaRPr>
          </a:p>
          <a:p>
            <a:pPr>
              <a:lnSpc>
                <a:spcPct val="100000"/>
              </a:lnSpc>
              <a:spcBef>
                <a:spcPts val="1630"/>
              </a:spcBef>
            </a:pPr>
            <a:endParaRPr sz="2400">
              <a:latin typeface="Tahoma"/>
              <a:cs typeface="Tahoma"/>
            </a:endParaRPr>
          </a:p>
          <a:p>
            <a:pPr marL="1270" algn="ctr">
              <a:lnSpc>
                <a:spcPct val="100000"/>
              </a:lnSpc>
            </a:pPr>
            <a:r>
              <a:rPr sz="1700" spc="125" dirty="0">
                <a:solidFill>
                  <a:srgbClr val="181818"/>
                </a:solidFill>
                <a:latin typeface="Tahoma"/>
                <a:cs typeface="Tahoma"/>
              </a:rPr>
              <a:t>9</a:t>
            </a:r>
            <a:endParaRPr sz="1700">
              <a:latin typeface="Tahoma"/>
              <a:cs typeface="Tahoma"/>
            </a:endParaRPr>
          </a:p>
        </p:txBody>
      </p:sp>
      <p:sp>
        <p:nvSpPr>
          <p:cNvPr id="12" name="object 12"/>
          <p:cNvSpPr/>
          <p:nvPr/>
        </p:nvSpPr>
        <p:spPr>
          <a:xfrm>
            <a:off x="16913606" y="1577983"/>
            <a:ext cx="1374775" cy="7454900"/>
          </a:xfrm>
          <a:custGeom>
            <a:avLst/>
            <a:gdLst/>
            <a:ahLst/>
            <a:cxnLst/>
            <a:rect l="l" t="t" r="r" b="b"/>
            <a:pathLst>
              <a:path w="1374775" h="7454900">
                <a:moveTo>
                  <a:pt x="1374394" y="7454900"/>
                </a:moveTo>
                <a:lnTo>
                  <a:pt x="1358277" y="7442200"/>
                </a:lnTo>
                <a:lnTo>
                  <a:pt x="1314005" y="7391400"/>
                </a:lnTo>
                <a:lnTo>
                  <a:pt x="1270355" y="7340600"/>
                </a:lnTo>
                <a:lnTo>
                  <a:pt x="1248765" y="7302500"/>
                </a:lnTo>
                <a:lnTo>
                  <a:pt x="1206055" y="7251700"/>
                </a:lnTo>
                <a:lnTo>
                  <a:pt x="1163993" y="7200900"/>
                </a:lnTo>
                <a:lnTo>
                  <a:pt x="1122578" y="7150100"/>
                </a:lnTo>
                <a:lnTo>
                  <a:pt x="1102118" y="7112000"/>
                </a:lnTo>
                <a:lnTo>
                  <a:pt x="1061681" y="7061200"/>
                </a:lnTo>
                <a:lnTo>
                  <a:pt x="1041717" y="7035800"/>
                </a:lnTo>
                <a:lnTo>
                  <a:pt x="1021905" y="6997700"/>
                </a:lnTo>
                <a:lnTo>
                  <a:pt x="1002271" y="6972300"/>
                </a:lnTo>
                <a:lnTo>
                  <a:pt x="982802" y="6946900"/>
                </a:lnTo>
                <a:lnTo>
                  <a:pt x="963498" y="6921500"/>
                </a:lnTo>
                <a:lnTo>
                  <a:pt x="944359" y="6883400"/>
                </a:lnTo>
                <a:lnTo>
                  <a:pt x="925398" y="6858000"/>
                </a:lnTo>
                <a:lnTo>
                  <a:pt x="906602" y="6832600"/>
                </a:lnTo>
                <a:lnTo>
                  <a:pt x="887971" y="6807200"/>
                </a:lnTo>
                <a:lnTo>
                  <a:pt x="869518" y="6769100"/>
                </a:lnTo>
                <a:lnTo>
                  <a:pt x="851230" y="6743700"/>
                </a:lnTo>
                <a:lnTo>
                  <a:pt x="833120" y="6718300"/>
                </a:lnTo>
                <a:lnTo>
                  <a:pt x="815187" y="6680200"/>
                </a:lnTo>
                <a:lnTo>
                  <a:pt x="797432" y="6654800"/>
                </a:lnTo>
                <a:lnTo>
                  <a:pt x="779843" y="6629400"/>
                </a:lnTo>
                <a:lnTo>
                  <a:pt x="762431" y="6591300"/>
                </a:lnTo>
                <a:lnTo>
                  <a:pt x="745197" y="6565900"/>
                </a:lnTo>
                <a:lnTo>
                  <a:pt x="728141" y="6527800"/>
                </a:lnTo>
                <a:lnTo>
                  <a:pt x="711263" y="6502400"/>
                </a:lnTo>
                <a:lnTo>
                  <a:pt x="694563" y="6477000"/>
                </a:lnTo>
                <a:lnTo>
                  <a:pt x="678040" y="6438900"/>
                </a:lnTo>
                <a:lnTo>
                  <a:pt x="661695" y="6413500"/>
                </a:lnTo>
                <a:lnTo>
                  <a:pt x="645540" y="6375400"/>
                </a:lnTo>
                <a:lnTo>
                  <a:pt x="629551" y="6350000"/>
                </a:lnTo>
                <a:lnTo>
                  <a:pt x="613752" y="6311900"/>
                </a:lnTo>
                <a:lnTo>
                  <a:pt x="598144" y="6286500"/>
                </a:lnTo>
                <a:lnTo>
                  <a:pt x="582714" y="6261100"/>
                </a:lnTo>
                <a:lnTo>
                  <a:pt x="567461" y="6223000"/>
                </a:lnTo>
                <a:lnTo>
                  <a:pt x="552399" y="6197600"/>
                </a:lnTo>
                <a:lnTo>
                  <a:pt x="537527" y="6159500"/>
                </a:lnTo>
                <a:lnTo>
                  <a:pt x="522833" y="6134100"/>
                </a:lnTo>
                <a:lnTo>
                  <a:pt x="508330" y="6096000"/>
                </a:lnTo>
                <a:lnTo>
                  <a:pt x="494017" y="6070600"/>
                </a:lnTo>
                <a:lnTo>
                  <a:pt x="479882" y="6032500"/>
                </a:lnTo>
                <a:lnTo>
                  <a:pt x="465950" y="6007100"/>
                </a:lnTo>
                <a:lnTo>
                  <a:pt x="452196" y="5969000"/>
                </a:lnTo>
                <a:lnTo>
                  <a:pt x="438645" y="5930900"/>
                </a:lnTo>
                <a:lnTo>
                  <a:pt x="425272" y="5905500"/>
                </a:lnTo>
                <a:lnTo>
                  <a:pt x="412102" y="5867400"/>
                </a:lnTo>
                <a:lnTo>
                  <a:pt x="399122" y="5842000"/>
                </a:lnTo>
                <a:lnTo>
                  <a:pt x="386334" y="5803900"/>
                </a:lnTo>
                <a:lnTo>
                  <a:pt x="373735" y="5778500"/>
                </a:lnTo>
                <a:lnTo>
                  <a:pt x="361340" y="5740400"/>
                </a:lnTo>
                <a:lnTo>
                  <a:pt x="349135" y="5702300"/>
                </a:lnTo>
                <a:lnTo>
                  <a:pt x="337134" y="5676900"/>
                </a:lnTo>
                <a:lnTo>
                  <a:pt x="325323" y="5638800"/>
                </a:lnTo>
                <a:lnTo>
                  <a:pt x="313702" y="5613400"/>
                </a:lnTo>
                <a:lnTo>
                  <a:pt x="302298" y="5575300"/>
                </a:lnTo>
                <a:lnTo>
                  <a:pt x="291071" y="5537200"/>
                </a:lnTo>
                <a:lnTo>
                  <a:pt x="280060" y="5511800"/>
                </a:lnTo>
                <a:lnTo>
                  <a:pt x="269252" y="5473700"/>
                </a:lnTo>
                <a:lnTo>
                  <a:pt x="258635" y="5435600"/>
                </a:lnTo>
                <a:lnTo>
                  <a:pt x="248221" y="5410200"/>
                </a:lnTo>
                <a:lnTo>
                  <a:pt x="238010" y="5372100"/>
                </a:lnTo>
                <a:lnTo>
                  <a:pt x="228015" y="5334000"/>
                </a:lnTo>
                <a:lnTo>
                  <a:pt x="218211" y="5308600"/>
                </a:lnTo>
                <a:lnTo>
                  <a:pt x="208610" y="5270500"/>
                </a:lnTo>
                <a:lnTo>
                  <a:pt x="199224" y="5232400"/>
                </a:lnTo>
                <a:lnTo>
                  <a:pt x="190042" y="5207000"/>
                </a:lnTo>
                <a:lnTo>
                  <a:pt x="181063" y="5168900"/>
                </a:lnTo>
                <a:lnTo>
                  <a:pt x="172300" y="5130800"/>
                </a:lnTo>
                <a:lnTo>
                  <a:pt x="163741" y="5092700"/>
                </a:lnTo>
                <a:lnTo>
                  <a:pt x="155384" y="5067300"/>
                </a:lnTo>
                <a:lnTo>
                  <a:pt x="147243" y="5029200"/>
                </a:lnTo>
                <a:lnTo>
                  <a:pt x="139319" y="4991100"/>
                </a:lnTo>
                <a:lnTo>
                  <a:pt x="131597" y="4953000"/>
                </a:lnTo>
                <a:lnTo>
                  <a:pt x="124091" y="4927600"/>
                </a:lnTo>
                <a:lnTo>
                  <a:pt x="116789" y="4889500"/>
                </a:lnTo>
                <a:lnTo>
                  <a:pt x="109715" y="4851400"/>
                </a:lnTo>
                <a:lnTo>
                  <a:pt x="102844" y="4813300"/>
                </a:lnTo>
                <a:lnTo>
                  <a:pt x="96189" y="4787900"/>
                </a:lnTo>
                <a:lnTo>
                  <a:pt x="89750" y="4749800"/>
                </a:lnTo>
                <a:lnTo>
                  <a:pt x="83540" y="4711700"/>
                </a:lnTo>
                <a:lnTo>
                  <a:pt x="77533" y="4673600"/>
                </a:lnTo>
                <a:lnTo>
                  <a:pt x="71742" y="4635500"/>
                </a:lnTo>
                <a:lnTo>
                  <a:pt x="66179" y="4610100"/>
                </a:lnTo>
                <a:lnTo>
                  <a:pt x="60832" y="4572000"/>
                </a:lnTo>
                <a:lnTo>
                  <a:pt x="55702" y="4533900"/>
                </a:lnTo>
                <a:lnTo>
                  <a:pt x="50787" y="4495800"/>
                </a:lnTo>
                <a:lnTo>
                  <a:pt x="46101" y="4457700"/>
                </a:lnTo>
                <a:lnTo>
                  <a:pt x="41643" y="4419600"/>
                </a:lnTo>
                <a:lnTo>
                  <a:pt x="37401" y="4394200"/>
                </a:lnTo>
                <a:lnTo>
                  <a:pt x="33375" y="4356100"/>
                </a:lnTo>
                <a:lnTo>
                  <a:pt x="29578" y="4318000"/>
                </a:lnTo>
                <a:lnTo>
                  <a:pt x="26009" y="4279900"/>
                </a:lnTo>
                <a:lnTo>
                  <a:pt x="22669" y="4241800"/>
                </a:lnTo>
                <a:lnTo>
                  <a:pt x="19545" y="4203700"/>
                </a:lnTo>
                <a:lnTo>
                  <a:pt x="16662" y="4165600"/>
                </a:lnTo>
                <a:lnTo>
                  <a:pt x="13995" y="4140200"/>
                </a:lnTo>
                <a:lnTo>
                  <a:pt x="11557" y="4102100"/>
                </a:lnTo>
                <a:lnTo>
                  <a:pt x="9347" y="4064000"/>
                </a:lnTo>
                <a:lnTo>
                  <a:pt x="7365" y="4025900"/>
                </a:lnTo>
                <a:lnTo>
                  <a:pt x="5626" y="3987800"/>
                </a:lnTo>
                <a:lnTo>
                  <a:pt x="4102" y="3949700"/>
                </a:lnTo>
                <a:lnTo>
                  <a:pt x="2819" y="3911600"/>
                </a:lnTo>
                <a:lnTo>
                  <a:pt x="1765" y="3873500"/>
                </a:lnTo>
                <a:lnTo>
                  <a:pt x="939" y="3835400"/>
                </a:lnTo>
                <a:lnTo>
                  <a:pt x="355" y="3797300"/>
                </a:lnTo>
                <a:lnTo>
                  <a:pt x="0" y="3771900"/>
                </a:lnTo>
                <a:lnTo>
                  <a:pt x="0" y="3695700"/>
                </a:lnTo>
                <a:lnTo>
                  <a:pt x="355" y="3657600"/>
                </a:lnTo>
                <a:lnTo>
                  <a:pt x="939" y="3619500"/>
                </a:lnTo>
                <a:lnTo>
                  <a:pt x="1765" y="3581400"/>
                </a:lnTo>
                <a:lnTo>
                  <a:pt x="2819" y="3543300"/>
                </a:lnTo>
                <a:lnTo>
                  <a:pt x="4102" y="3505200"/>
                </a:lnTo>
                <a:lnTo>
                  <a:pt x="5626" y="3467100"/>
                </a:lnTo>
                <a:lnTo>
                  <a:pt x="7365" y="3429000"/>
                </a:lnTo>
                <a:lnTo>
                  <a:pt x="9347" y="3390900"/>
                </a:lnTo>
                <a:lnTo>
                  <a:pt x="11557" y="3365500"/>
                </a:lnTo>
                <a:lnTo>
                  <a:pt x="13996" y="3327400"/>
                </a:lnTo>
                <a:lnTo>
                  <a:pt x="16662" y="3289300"/>
                </a:lnTo>
                <a:lnTo>
                  <a:pt x="19545" y="3251200"/>
                </a:lnTo>
                <a:lnTo>
                  <a:pt x="22669" y="3213100"/>
                </a:lnTo>
                <a:lnTo>
                  <a:pt x="26009" y="3175000"/>
                </a:lnTo>
                <a:lnTo>
                  <a:pt x="29578" y="3136900"/>
                </a:lnTo>
                <a:lnTo>
                  <a:pt x="33375" y="3098800"/>
                </a:lnTo>
                <a:lnTo>
                  <a:pt x="37401" y="3073400"/>
                </a:lnTo>
                <a:lnTo>
                  <a:pt x="41643" y="3035300"/>
                </a:lnTo>
                <a:lnTo>
                  <a:pt x="46101" y="2997200"/>
                </a:lnTo>
                <a:lnTo>
                  <a:pt x="50787" y="2959100"/>
                </a:lnTo>
                <a:lnTo>
                  <a:pt x="55702" y="2921000"/>
                </a:lnTo>
                <a:lnTo>
                  <a:pt x="60832" y="2882900"/>
                </a:lnTo>
                <a:lnTo>
                  <a:pt x="66179" y="2857500"/>
                </a:lnTo>
                <a:lnTo>
                  <a:pt x="71742" y="2819400"/>
                </a:lnTo>
                <a:lnTo>
                  <a:pt x="77533" y="2781300"/>
                </a:lnTo>
                <a:lnTo>
                  <a:pt x="83540" y="2743200"/>
                </a:lnTo>
                <a:lnTo>
                  <a:pt x="89750" y="2705100"/>
                </a:lnTo>
                <a:lnTo>
                  <a:pt x="96189" y="2679700"/>
                </a:lnTo>
                <a:lnTo>
                  <a:pt x="102844" y="2641600"/>
                </a:lnTo>
                <a:lnTo>
                  <a:pt x="109715" y="2603500"/>
                </a:lnTo>
                <a:lnTo>
                  <a:pt x="116789" y="2565400"/>
                </a:lnTo>
                <a:lnTo>
                  <a:pt x="124091" y="2540000"/>
                </a:lnTo>
                <a:lnTo>
                  <a:pt x="131597" y="2501900"/>
                </a:lnTo>
                <a:lnTo>
                  <a:pt x="139319" y="2463800"/>
                </a:lnTo>
                <a:lnTo>
                  <a:pt x="147243" y="2425700"/>
                </a:lnTo>
                <a:lnTo>
                  <a:pt x="155384" y="2400300"/>
                </a:lnTo>
                <a:lnTo>
                  <a:pt x="163741" y="2362200"/>
                </a:lnTo>
                <a:lnTo>
                  <a:pt x="172300" y="2324100"/>
                </a:lnTo>
                <a:lnTo>
                  <a:pt x="181063" y="2286000"/>
                </a:lnTo>
                <a:lnTo>
                  <a:pt x="190042" y="2260600"/>
                </a:lnTo>
                <a:lnTo>
                  <a:pt x="199224" y="2222500"/>
                </a:lnTo>
                <a:lnTo>
                  <a:pt x="208610" y="2184400"/>
                </a:lnTo>
                <a:lnTo>
                  <a:pt x="218211" y="2159000"/>
                </a:lnTo>
                <a:lnTo>
                  <a:pt x="228015" y="2120900"/>
                </a:lnTo>
                <a:lnTo>
                  <a:pt x="238010" y="2082800"/>
                </a:lnTo>
                <a:lnTo>
                  <a:pt x="248221" y="2057400"/>
                </a:lnTo>
                <a:lnTo>
                  <a:pt x="258635" y="2019300"/>
                </a:lnTo>
                <a:lnTo>
                  <a:pt x="269252" y="1981200"/>
                </a:lnTo>
                <a:lnTo>
                  <a:pt x="280060" y="1955800"/>
                </a:lnTo>
                <a:lnTo>
                  <a:pt x="291071" y="1917700"/>
                </a:lnTo>
                <a:lnTo>
                  <a:pt x="302298" y="1879600"/>
                </a:lnTo>
                <a:lnTo>
                  <a:pt x="313702" y="1854200"/>
                </a:lnTo>
                <a:lnTo>
                  <a:pt x="325323" y="1816100"/>
                </a:lnTo>
                <a:lnTo>
                  <a:pt x="337134" y="1778000"/>
                </a:lnTo>
                <a:lnTo>
                  <a:pt x="349135" y="1752600"/>
                </a:lnTo>
                <a:lnTo>
                  <a:pt x="361340" y="1714500"/>
                </a:lnTo>
                <a:lnTo>
                  <a:pt x="373735" y="1689100"/>
                </a:lnTo>
                <a:lnTo>
                  <a:pt x="386334" y="1651000"/>
                </a:lnTo>
                <a:lnTo>
                  <a:pt x="399122" y="1612900"/>
                </a:lnTo>
                <a:lnTo>
                  <a:pt x="412102" y="1587500"/>
                </a:lnTo>
                <a:lnTo>
                  <a:pt x="425272" y="1549400"/>
                </a:lnTo>
                <a:lnTo>
                  <a:pt x="438645" y="1524000"/>
                </a:lnTo>
                <a:lnTo>
                  <a:pt x="452196" y="1485900"/>
                </a:lnTo>
                <a:lnTo>
                  <a:pt x="465950" y="1460500"/>
                </a:lnTo>
                <a:lnTo>
                  <a:pt x="479882" y="1422400"/>
                </a:lnTo>
                <a:lnTo>
                  <a:pt x="494017" y="1397000"/>
                </a:lnTo>
                <a:lnTo>
                  <a:pt x="508330" y="1358900"/>
                </a:lnTo>
                <a:lnTo>
                  <a:pt x="522833" y="1333500"/>
                </a:lnTo>
                <a:lnTo>
                  <a:pt x="537527" y="1295400"/>
                </a:lnTo>
                <a:lnTo>
                  <a:pt x="552399" y="1270000"/>
                </a:lnTo>
                <a:lnTo>
                  <a:pt x="567461" y="1231900"/>
                </a:lnTo>
                <a:lnTo>
                  <a:pt x="582714" y="1206500"/>
                </a:lnTo>
                <a:lnTo>
                  <a:pt x="598144" y="1168400"/>
                </a:lnTo>
                <a:lnTo>
                  <a:pt x="613752" y="1143000"/>
                </a:lnTo>
                <a:lnTo>
                  <a:pt x="629551" y="1104900"/>
                </a:lnTo>
                <a:lnTo>
                  <a:pt x="645540" y="1079500"/>
                </a:lnTo>
                <a:lnTo>
                  <a:pt x="661695" y="1041400"/>
                </a:lnTo>
                <a:lnTo>
                  <a:pt x="678040" y="1016000"/>
                </a:lnTo>
                <a:lnTo>
                  <a:pt x="694563" y="990600"/>
                </a:lnTo>
                <a:lnTo>
                  <a:pt x="711263" y="952500"/>
                </a:lnTo>
                <a:lnTo>
                  <a:pt x="728141" y="927100"/>
                </a:lnTo>
                <a:lnTo>
                  <a:pt x="745197" y="889000"/>
                </a:lnTo>
                <a:lnTo>
                  <a:pt x="762431" y="863600"/>
                </a:lnTo>
                <a:lnTo>
                  <a:pt x="779843" y="838200"/>
                </a:lnTo>
                <a:lnTo>
                  <a:pt x="797432" y="800100"/>
                </a:lnTo>
                <a:lnTo>
                  <a:pt x="815187" y="774700"/>
                </a:lnTo>
                <a:lnTo>
                  <a:pt x="833120" y="749300"/>
                </a:lnTo>
                <a:lnTo>
                  <a:pt x="851230" y="711200"/>
                </a:lnTo>
                <a:lnTo>
                  <a:pt x="869518" y="685800"/>
                </a:lnTo>
                <a:lnTo>
                  <a:pt x="887971" y="660400"/>
                </a:lnTo>
                <a:lnTo>
                  <a:pt x="906602" y="622300"/>
                </a:lnTo>
                <a:lnTo>
                  <a:pt x="925398" y="596900"/>
                </a:lnTo>
                <a:lnTo>
                  <a:pt x="944359" y="571500"/>
                </a:lnTo>
                <a:lnTo>
                  <a:pt x="963498" y="546100"/>
                </a:lnTo>
                <a:lnTo>
                  <a:pt x="982802" y="508000"/>
                </a:lnTo>
                <a:lnTo>
                  <a:pt x="1002271" y="482600"/>
                </a:lnTo>
                <a:lnTo>
                  <a:pt x="1021905" y="457200"/>
                </a:lnTo>
                <a:lnTo>
                  <a:pt x="1041717" y="431800"/>
                </a:lnTo>
                <a:lnTo>
                  <a:pt x="1061681" y="393700"/>
                </a:lnTo>
                <a:lnTo>
                  <a:pt x="1102118" y="342900"/>
                </a:lnTo>
                <a:lnTo>
                  <a:pt x="1122578" y="317500"/>
                </a:lnTo>
                <a:lnTo>
                  <a:pt x="1143215" y="279400"/>
                </a:lnTo>
                <a:lnTo>
                  <a:pt x="1163993" y="254000"/>
                </a:lnTo>
                <a:lnTo>
                  <a:pt x="1184948" y="228600"/>
                </a:lnTo>
                <a:lnTo>
                  <a:pt x="1227328" y="177800"/>
                </a:lnTo>
                <a:lnTo>
                  <a:pt x="1270355" y="127000"/>
                </a:lnTo>
                <a:lnTo>
                  <a:pt x="1292098" y="88900"/>
                </a:lnTo>
                <a:lnTo>
                  <a:pt x="1336065" y="38100"/>
                </a:lnTo>
                <a:lnTo>
                  <a:pt x="1374394" y="0"/>
                </a:lnTo>
                <a:lnTo>
                  <a:pt x="1374394" y="850900"/>
                </a:lnTo>
                <a:lnTo>
                  <a:pt x="1356296" y="876300"/>
                </a:lnTo>
                <a:lnTo>
                  <a:pt x="1357134" y="876300"/>
                </a:lnTo>
                <a:lnTo>
                  <a:pt x="1339189" y="901700"/>
                </a:lnTo>
                <a:lnTo>
                  <a:pt x="1340015" y="901700"/>
                </a:lnTo>
                <a:lnTo>
                  <a:pt x="1322222" y="927100"/>
                </a:lnTo>
                <a:lnTo>
                  <a:pt x="1323047" y="927100"/>
                </a:lnTo>
                <a:lnTo>
                  <a:pt x="1305420" y="952500"/>
                </a:lnTo>
                <a:lnTo>
                  <a:pt x="1306245" y="952500"/>
                </a:lnTo>
                <a:lnTo>
                  <a:pt x="1294604" y="977900"/>
                </a:lnTo>
                <a:lnTo>
                  <a:pt x="1289596" y="977900"/>
                </a:lnTo>
                <a:lnTo>
                  <a:pt x="1272286" y="1016000"/>
                </a:lnTo>
                <a:lnTo>
                  <a:pt x="1273098" y="1016000"/>
                </a:lnTo>
                <a:lnTo>
                  <a:pt x="1255966" y="1041400"/>
                </a:lnTo>
                <a:lnTo>
                  <a:pt x="1256766" y="1041400"/>
                </a:lnTo>
                <a:lnTo>
                  <a:pt x="1239799" y="1066800"/>
                </a:lnTo>
                <a:lnTo>
                  <a:pt x="1240586" y="1066800"/>
                </a:lnTo>
                <a:lnTo>
                  <a:pt x="1223784" y="1092200"/>
                </a:lnTo>
                <a:lnTo>
                  <a:pt x="1224572" y="1092200"/>
                </a:lnTo>
                <a:lnTo>
                  <a:pt x="1207935" y="1117600"/>
                </a:lnTo>
                <a:lnTo>
                  <a:pt x="1208709" y="1117600"/>
                </a:lnTo>
                <a:lnTo>
                  <a:pt x="1192250" y="1143000"/>
                </a:lnTo>
                <a:lnTo>
                  <a:pt x="1193012" y="1143000"/>
                </a:lnTo>
                <a:lnTo>
                  <a:pt x="1176718" y="1181100"/>
                </a:lnTo>
                <a:lnTo>
                  <a:pt x="1177480" y="1181100"/>
                </a:lnTo>
                <a:lnTo>
                  <a:pt x="1161351" y="1206500"/>
                </a:lnTo>
                <a:lnTo>
                  <a:pt x="1162113" y="1206500"/>
                </a:lnTo>
                <a:lnTo>
                  <a:pt x="1146162" y="1231900"/>
                </a:lnTo>
                <a:lnTo>
                  <a:pt x="1146898" y="1231900"/>
                </a:lnTo>
                <a:lnTo>
                  <a:pt x="1131112" y="1257300"/>
                </a:lnTo>
                <a:lnTo>
                  <a:pt x="1131849" y="1257300"/>
                </a:lnTo>
                <a:lnTo>
                  <a:pt x="1116241" y="1282700"/>
                </a:lnTo>
                <a:lnTo>
                  <a:pt x="1116977" y="1282700"/>
                </a:lnTo>
                <a:lnTo>
                  <a:pt x="1101534" y="1320800"/>
                </a:lnTo>
                <a:lnTo>
                  <a:pt x="1102258" y="1320800"/>
                </a:lnTo>
                <a:lnTo>
                  <a:pt x="1086992" y="1346200"/>
                </a:lnTo>
                <a:lnTo>
                  <a:pt x="1087704" y="1346200"/>
                </a:lnTo>
                <a:lnTo>
                  <a:pt x="1072616" y="1371600"/>
                </a:lnTo>
                <a:lnTo>
                  <a:pt x="1073315" y="1371600"/>
                </a:lnTo>
                <a:lnTo>
                  <a:pt x="1058405" y="1397000"/>
                </a:lnTo>
                <a:lnTo>
                  <a:pt x="1059103" y="1397000"/>
                </a:lnTo>
                <a:lnTo>
                  <a:pt x="1049273" y="1422400"/>
                </a:lnTo>
                <a:lnTo>
                  <a:pt x="1045057" y="1422400"/>
                </a:lnTo>
                <a:lnTo>
                  <a:pt x="1030490" y="1460500"/>
                </a:lnTo>
                <a:lnTo>
                  <a:pt x="1031163" y="1460500"/>
                </a:lnTo>
                <a:lnTo>
                  <a:pt x="1016787" y="1485900"/>
                </a:lnTo>
                <a:lnTo>
                  <a:pt x="1017460" y="1485900"/>
                </a:lnTo>
                <a:lnTo>
                  <a:pt x="1003249" y="1511300"/>
                </a:lnTo>
                <a:lnTo>
                  <a:pt x="1003909" y="1511300"/>
                </a:lnTo>
                <a:lnTo>
                  <a:pt x="994553" y="1536700"/>
                </a:lnTo>
                <a:lnTo>
                  <a:pt x="990536" y="1536700"/>
                </a:lnTo>
                <a:lnTo>
                  <a:pt x="976680" y="1574800"/>
                </a:lnTo>
                <a:lnTo>
                  <a:pt x="977328" y="1574800"/>
                </a:lnTo>
                <a:lnTo>
                  <a:pt x="963650" y="1600200"/>
                </a:lnTo>
                <a:lnTo>
                  <a:pt x="964298" y="1600200"/>
                </a:lnTo>
                <a:lnTo>
                  <a:pt x="950798" y="1625600"/>
                </a:lnTo>
                <a:lnTo>
                  <a:pt x="951433" y="1625600"/>
                </a:lnTo>
                <a:lnTo>
                  <a:pt x="938123" y="1663700"/>
                </a:lnTo>
                <a:lnTo>
                  <a:pt x="938745" y="1663700"/>
                </a:lnTo>
                <a:lnTo>
                  <a:pt x="925614" y="1689100"/>
                </a:lnTo>
                <a:lnTo>
                  <a:pt x="926223" y="1689100"/>
                </a:lnTo>
                <a:lnTo>
                  <a:pt x="913282" y="1714500"/>
                </a:lnTo>
                <a:lnTo>
                  <a:pt x="913879" y="1714500"/>
                </a:lnTo>
                <a:lnTo>
                  <a:pt x="901115" y="1752600"/>
                </a:lnTo>
                <a:lnTo>
                  <a:pt x="901712" y="1752600"/>
                </a:lnTo>
                <a:lnTo>
                  <a:pt x="889139" y="1778000"/>
                </a:lnTo>
                <a:lnTo>
                  <a:pt x="889723" y="1778000"/>
                </a:lnTo>
                <a:lnTo>
                  <a:pt x="877328" y="1803400"/>
                </a:lnTo>
                <a:lnTo>
                  <a:pt x="877900" y="1803400"/>
                </a:lnTo>
                <a:lnTo>
                  <a:pt x="865695" y="1841500"/>
                </a:lnTo>
                <a:lnTo>
                  <a:pt x="866267" y="1841500"/>
                </a:lnTo>
                <a:lnTo>
                  <a:pt x="854227" y="1866900"/>
                </a:lnTo>
                <a:lnTo>
                  <a:pt x="854798" y="1866900"/>
                </a:lnTo>
                <a:lnTo>
                  <a:pt x="842949" y="1892300"/>
                </a:lnTo>
                <a:lnTo>
                  <a:pt x="843508" y="1892300"/>
                </a:lnTo>
                <a:lnTo>
                  <a:pt x="831850" y="1930400"/>
                </a:lnTo>
                <a:lnTo>
                  <a:pt x="832396" y="1930400"/>
                </a:lnTo>
                <a:lnTo>
                  <a:pt x="820928" y="1955800"/>
                </a:lnTo>
                <a:lnTo>
                  <a:pt x="821474" y="1955800"/>
                </a:lnTo>
                <a:lnTo>
                  <a:pt x="813955" y="1981200"/>
                </a:lnTo>
                <a:lnTo>
                  <a:pt x="810717" y="1981200"/>
                </a:lnTo>
                <a:lnTo>
                  <a:pt x="799630" y="2019300"/>
                </a:lnTo>
                <a:lnTo>
                  <a:pt x="800150" y="2019300"/>
                </a:lnTo>
                <a:lnTo>
                  <a:pt x="789241" y="2044700"/>
                </a:lnTo>
                <a:lnTo>
                  <a:pt x="789762" y="2044700"/>
                </a:lnTo>
                <a:lnTo>
                  <a:pt x="779043" y="2082800"/>
                </a:lnTo>
                <a:lnTo>
                  <a:pt x="779551" y="2082800"/>
                </a:lnTo>
                <a:lnTo>
                  <a:pt x="769023" y="2108200"/>
                </a:lnTo>
                <a:lnTo>
                  <a:pt x="769518" y="2108200"/>
                </a:lnTo>
                <a:lnTo>
                  <a:pt x="762634" y="2133600"/>
                </a:lnTo>
                <a:lnTo>
                  <a:pt x="759675" y="2133600"/>
                </a:lnTo>
                <a:lnTo>
                  <a:pt x="749541" y="2171700"/>
                </a:lnTo>
                <a:lnTo>
                  <a:pt x="750011" y="2171700"/>
                </a:lnTo>
                <a:lnTo>
                  <a:pt x="740067" y="2197100"/>
                </a:lnTo>
                <a:lnTo>
                  <a:pt x="740536" y="2197100"/>
                </a:lnTo>
                <a:lnTo>
                  <a:pt x="730783" y="2235200"/>
                </a:lnTo>
                <a:lnTo>
                  <a:pt x="731240" y="2235200"/>
                </a:lnTo>
                <a:lnTo>
                  <a:pt x="721690" y="2260600"/>
                </a:lnTo>
                <a:lnTo>
                  <a:pt x="722134" y="2260600"/>
                </a:lnTo>
                <a:lnTo>
                  <a:pt x="712774" y="2298700"/>
                </a:lnTo>
                <a:lnTo>
                  <a:pt x="713206" y="2298700"/>
                </a:lnTo>
                <a:lnTo>
                  <a:pt x="704049" y="2324100"/>
                </a:lnTo>
                <a:lnTo>
                  <a:pt x="704469" y="2324100"/>
                </a:lnTo>
                <a:lnTo>
                  <a:pt x="698491" y="2349500"/>
                </a:lnTo>
                <a:lnTo>
                  <a:pt x="695921" y="2349500"/>
                </a:lnTo>
                <a:lnTo>
                  <a:pt x="687158" y="2387600"/>
                </a:lnTo>
                <a:lnTo>
                  <a:pt x="687565" y="2387600"/>
                </a:lnTo>
                <a:lnTo>
                  <a:pt x="681850" y="2413000"/>
                </a:lnTo>
                <a:lnTo>
                  <a:pt x="679386" y="2413000"/>
                </a:lnTo>
                <a:lnTo>
                  <a:pt x="671017" y="2451100"/>
                </a:lnTo>
                <a:lnTo>
                  <a:pt x="671410" y="2451100"/>
                </a:lnTo>
                <a:lnTo>
                  <a:pt x="663232" y="2476500"/>
                </a:lnTo>
                <a:lnTo>
                  <a:pt x="663613" y="2476500"/>
                </a:lnTo>
                <a:lnTo>
                  <a:pt x="655637" y="2514600"/>
                </a:lnTo>
                <a:lnTo>
                  <a:pt x="656005" y="2514600"/>
                </a:lnTo>
                <a:lnTo>
                  <a:pt x="648233" y="2540000"/>
                </a:lnTo>
                <a:lnTo>
                  <a:pt x="648588" y="2540000"/>
                </a:lnTo>
                <a:lnTo>
                  <a:pt x="641019" y="2578100"/>
                </a:lnTo>
                <a:lnTo>
                  <a:pt x="641375" y="2578100"/>
                </a:lnTo>
                <a:lnTo>
                  <a:pt x="633996" y="2603500"/>
                </a:lnTo>
                <a:lnTo>
                  <a:pt x="634339" y="2603500"/>
                </a:lnTo>
                <a:lnTo>
                  <a:pt x="627176" y="2641600"/>
                </a:lnTo>
                <a:lnTo>
                  <a:pt x="627507" y="2641600"/>
                </a:lnTo>
                <a:lnTo>
                  <a:pt x="620534" y="2667000"/>
                </a:lnTo>
                <a:lnTo>
                  <a:pt x="620864" y="2667000"/>
                </a:lnTo>
                <a:lnTo>
                  <a:pt x="614095" y="2705100"/>
                </a:lnTo>
                <a:lnTo>
                  <a:pt x="614413" y="2705100"/>
                </a:lnTo>
                <a:lnTo>
                  <a:pt x="610036" y="2730500"/>
                </a:lnTo>
                <a:lnTo>
                  <a:pt x="608152" y="2730500"/>
                </a:lnTo>
                <a:lnTo>
                  <a:pt x="601802" y="2768600"/>
                </a:lnTo>
                <a:lnTo>
                  <a:pt x="602094" y="2768600"/>
                </a:lnTo>
                <a:lnTo>
                  <a:pt x="597996" y="2794000"/>
                </a:lnTo>
                <a:lnTo>
                  <a:pt x="596226" y="2794000"/>
                </a:lnTo>
                <a:lnTo>
                  <a:pt x="590296" y="2832100"/>
                </a:lnTo>
                <a:lnTo>
                  <a:pt x="590562" y="2832100"/>
                </a:lnTo>
                <a:lnTo>
                  <a:pt x="584834" y="2870200"/>
                </a:lnTo>
                <a:lnTo>
                  <a:pt x="585088" y="2870200"/>
                </a:lnTo>
                <a:lnTo>
                  <a:pt x="579564" y="2895600"/>
                </a:lnTo>
                <a:lnTo>
                  <a:pt x="579818" y="2895600"/>
                </a:lnTo>
                <a:lnTo>
                  <a:pt x="574509" y="2933700"/>
                </a:lnTo>
                <a:lnTo>
                  <a:pt x="574751" y="2933700"/>
                </a:lnTo>
                <a:lnTo>
                  <a:pt x="569645" y="2959100"/>
                </a:lnTo>
                <a:lnTo>
                  <a:pt x="569874" y="2959100"/>
                </a:lnTo>
                <a:lnTo>
                  <a:pt x="564972" y="2997200"/>
                </a:lnTo>
                <a:lnTo>
                  <a:pt x="565200" y="2997200"/>
                </a:lnTo>
                <a:lnTo>
                  <a:pt x="562076" y="3022600"/>
                </a:lnTo>
                <a:lnTo>
                  <a:pt x="560730" y="3022600"/>
                </a:lnTo>
                <a:lnTo>
                  <a:pt x="556247" y="3060700"/>
                </a:lnTo>
                <a:lnTo>
                  <a:pt x="556450" y="3060700"/>
                </a:lnTo>
                <a:lnTo>
                  <a:pt x="552183" y="3098800"/>
                </a:lnTo>
                <a:lnTo>
                  <a:pt x="552386" y="3098800"/>
                </a:lnTo>
                <a:lnTo>
                  <a:pt x="548322" y="3124200"/>
                </a:lnTo>
                <a:lnTo>
                  <a:pt x="548513" y="3124200"/>
                </a:lnTo>
                <a:lnTo>
                  <a:pt x="544677" y="3162300"/>
                </a:lnTo>
                <a:lnTo>
                  <a:pt x="544842" y="3162300"/>
                </a:lnTo>
                <a:lnTo>
                  <a:pt x="541223" y="3187700"/>
                </a:lnTo>
                <a:lnTo>
                  <a:pt x="541388" y="3187700"/>
                </a:lnTo>
                <a:lnTo>
                  <a:pt x="537972" y="3225800"/>
                </a:lnTo>
                <a:lnTo>
                  <a:pt x="538124" y="3225800"/>
                </a:lnTo>
                <a:lnTo>
                  <a:pt x="534936" y="3263900"/>
                </a:lnTo>
                <a:lnTo>
                  <a:pt x="535076" y="3263900"/>
                </a:lnTo>
                <a:lnTo>
                  <a:pt x="532091" y="3289300"/>
                </a:lnTo>
                <a:lnTo>
                  <a:pt x="532231" y="3289300"/>
                </a:lnTo>
                <a:lnTo>
                  <a:pt x="529590" y="3327400"/>
                </a:lnTo>
                <a:lnTo>
                  <a:pt x="527888" y="3352800"/>
                </a:lnTo>
                <a:lnTo>
                  <a:pt x="527151" y="3352800"/>
                </a:lnTo>
                <a:lnTo>
                  <a:pt x="524929" y="3390900"/>
                </a:lnTo>
                <a:lnTo>
                  <a:pt x="522909" y="3429000"/>
                </a:lnTo>
                <a:lnTo>
                  <a:pt x="521106" y="3454400"/>
                </a:lnTo>
                <a:lnTo>
                  <a:pt x="519506" y="3492500"/>
                </a:lnTo>
                <a:lnTo>
                  <a:pt x="518109" y="3530600"/>
                </a:lnTo>
                <a:lnTo>
                  <a:pt x="516940" y="3556000"/>
                </a:lnTo>
                <a:lnTo>
                  <a:pt x="515975" y="3594100"/>
                </a:lnTo>
                <a:lnTo>
                  <a:pt x="515213" y="3632200"/>
                </a:lnTo>
                <a:lnTo>
                  <a:pt x="514680" y="3657600"/>
                </a:lnTo>
                <a:lnTo>
                  <a:pt x="514350" y="3695700"/>
                </a:lnTo>
                <a:lnTo>
                  <a:pt x="514443" y="3771900"/>
                </a:lnTo>
                <a:lnTo>
                  <a:pt x="514654" y="3797300"/>
                </a:lnTo>
                <a:lnTo>
                  <a:pt x="515188" y="3835400"/>
                </a:lnTo>
                <a:lnTo>
                  <a:pt x="515924" y="3860800"/>
                </a:lnTo>
                <a:lnTo>
                  <a:pt x="516890" y="3898900"/>
                </a:lnTo>
                <a:lnTo>
                  <a:pt x="518058" y="3937000"/>
                </a:lnTo>
                <a:lnTo>
                  <a:pt x="519430" y="3962400"/>
                </a:lnTo>
                <a:lnTo>
                  <a:pt x="521017" y="4000500"/>
                </a:lnTo>
                <a:lnTo>
                  <a:pt x="522909" y="4038600"/>
                </a:lnTo>
                <a:lnTo>
                  <a:pt x="523489" y="4038600"/>
                </a:lnTo>
                <a:lnTo>
                  <a:pt x="524827" y="4064000"/>
                </a:lnTo>
                <a:lnTo>
                  <a:pt x="527037" y="4102100"/>
                </a:lnTo>
                <a:lnTo>
                  <a:pt x="529461" y="4127500"/>
                </a:lnTo>
                <a:lnTo>
                  <a:pt x="532231" y="4165600"/>
                </a:lnTo>
                <a:lnTo>
                  <a:pt x="532091" y="4165600"/>
                </a:lnTo>
                <a:lnTo>
                  <a:pt x="535076" y="4203700"/>
                </a:lnTo>
                <a:lnTo>
                  <a:pt x="534936" y="4203700"/>
                </a:lnTo>
                <a:lnTo>
                  <a:pt x="538124" y="4229100"/>
                </a:lnTo>
                <a:lnTo>
                  <a:pt x="537972" y="4229100"/>
                </a:lnTo>
                <a:lnTo>
                  <a:pt x="541388" y="4267200"/>
                </a:lnTo>
                <a:lnTo>
                  <a:pt x="541223" y="4267200"/>
                </a:lnTo>
                <a:lnTo>
                  <a:pt x="544842" y="4292600"/>
                </a:lnTo>
                <a:lnTo>
                  <a:pt x="544677" y="4292600"/>
                </a:lnTo>
                <a:lnTo>
                  <a:pt x="548513" y="4330700"/>
                </a:lnTo>
                <a:lnTo>
                  <a:pt x="548322" y="4330700"/>
                </a:lnTo>
                <a:lnTo>
                  <a:pt x="552386" y="4368800"/>
                </a:lnTo>
                <a:lnTo>
                  <a:pt x="552183" y="4368800"/>
                </a:lnTo>
                <a:lnTo>
                  <a:pt x="556450" y="4394200"/>
                </a:lnTo>
                <a:lnTo>
                  <a:pt x="556247" y="4394200"/>
                </a:lnTo>
                <a:lnTo>
                  <a:pt x="560730" y="4432300"/>
                </a:lnTo>
                <a:lnTo>
                  <a:pt x="560514" y="4432300"/>
                </a:lnTo>
                <a:lnTo>
                  <a:pt x="565200" y="4457700"/>
                </a:lnTo>
                <a:lnTo>
                  <a:pt x="564972" y="4457700"/>
                </a:lnTo>
                <a:lnTo>
                  <a:pt x="569874" y="4495800"/>
                </a:lnTo>
                <a:lnTo>
                  <a:pt x="569645" y="4495800"/>
                </a:lnTo>
                <a:lnTo>
                  <a:pt x="574751" y="4533900"/>
                </a:lnTo>
                <a:lnTo>
                  <a:pt x="576279" y="4533900"/>
                </a:lnTo>
                <a:lnTo>
                  <a:pt x="579818" y="4559300"/>
                </a:lnTo>
                <a:lnTo>
                  <a:pt x="579564" y="4559300"/>
                </a:lnTo>
                <a:lnTo>
                  <a:pt x="585088" y="4597400"/>
                </a:lnTo>
                <a:lnTo>
                  <a:pt x="584834" y="4597400"/>
                </a:lnTo>
                <a:lnTo>
                  <a:pt x="590562" y="4622800"/>
                </a:lnTo>
                <a:lnTo>
                  <a:pt x="590296" y="4622800"/>
                </a:lnTo>
                <a:lnTo>
                  <a:pt x="596226" y="4660900"/>
                </a:lnTo>
                <a:lnTo>
                  <a:pt x="595947" y="4660900"/>
                </a:lnTo>
                <a:lnTo>
                  <a:pt x="602094" y="4686300"/>
                </a:lnTo>
                <a:lnTo>
                  <a:pt x="601802" y="4686300"/>
                </a:lnTo>
                <a:lnTo>
                  <a:pt x="608152" y="4724400"/>
                </a:lnTo>
                <a:lnTo>
                  <a:pt x="607847" y="4724400"/>
                </a:lnTo>
                <a:lnTo>
                  <a:pt x="614413" y="4749800"/>
                </a:lnTo>
                <a:lnTo>
                  <a:pt x="614095" y="4749800"/>
                </a:lnTo>
                <a:lnTo>
                  <a:pt x="620864" y="4787900"/>
                </a:lnTo>
                <a:lnTo>
                  <a:pt x="620534" y="4787900"/>
                </a:lnTo>
                <a:lnTo>
                  <a:pt x="627507" y="4813300"/>
                </a:lnTo>
                <a:lnTo>
                  <a:pt x="627176" y="4813300"/>
                </a:lnTo>
                <a:lnTo>
                  <a:pt x="634339" y="4851400"/>
                </a:lnTo>
                <a:lnTo>
                  <a:pt x="633996" y="4851400"/>
                </a:lnTo>
                <a:lnTo>
                  <a:pt x="641375" y="4876800"/>
                </a:lnTo>
                <a:lnTo>
                  <a:pt x="641019" y="4876800"/>
                </a:lnTo>
                <a:lnTo>
                  <a:pt x="648588" y="4914900"/>
                </a:lnTo>
                <a:lnTo>
                  <a:pt x="648233" y="4914900"/>
                </a:lnTo>
                <a:lnTo>
                  <a:pt x="656005" y="4940300"/>
                </a:lnTo>
                <a:lnTo>
                  <a:pt x="655637" y="4940300"/>
                </a:lnTo>
                <a:lnTo>
                  <a:pt x="663613" y="4978400"/>
                </a:lnTo>
                <a:lnTo>
                  <a:pt x="663232" y="4978400"/>
                </a:lnTo>
                <a:lnTo>
                  <a:pt x="671410" y="5003800"/>
                </a:lnTo>
                <a:lnTo>
                  <a:pt x="671017" y="5003800"/>
                </a:lnTo>
                <a:lnTo>
                  <a:pt x="679386" y="5041900"/>
                </a:lnTo>
                <a:lnTo>
                  <a:pt x="678992" y="5041900"/>
                </a:lnTo>
                <a:lnTo>
                  <a:pt x="687565" y="5067300"/>
                </a:lnTo>
                <a:lnTo>
                  <a:pt x="687158" y="5067300"/>
                </a:lnTo>
                <a:lnTo>
                  <a:pt x="695921" y="5105400"/>
                </a:lnTo>
                <a:lnTo>
                  <a:pt x="695502" y="5105400"/>
                </a:lnTo>
                <a:lnTo>
                  <a:pt x="704469" y="5130800"/>
                </a:lnTo>
                <a:lnTo>
                  <a:pt x="704049" y="5130800"/>
                </a:lnTo>
                <a:lnTo>
                  <a:pt x="713206" y="5168900"/>
                </a:lnTo>
                <a:lnTo>
                  <a:pt x="712774" y="5168900"/>
                </a:lnTo>
                <a:lnTo>
                  <a:pt x="722134" y="5194300"/>
                </a:lnTo>
                <a:lnTo>
                  <a:pt x="721690" y="5194300"/>
                </a:lnTo>
                <a:lnTo>
                  <a:pt x="731240" y="5232400"/>
                </a:lnTo>
                <a:lnTo>
                  <a:pt x="734034" y="5232400"/>
                </a:lnTo>
                <a:lnTo>
                  <a:pt x="740536" y="5257800"/>
                </a:lnTo>
                <a:lnTo>
                  <a:pt x="740067" y="5257800"/>
                </a:lnTo>
                <a:lnTo>
                  <a:pt x="750011" y="5283200"/>
                </a:lnTo>
                <a:lnTo>
                  <a:pt x="749541" y="5283200"/>
                </a:lnTo>
                <a:lnTo>
                  <a:pt x="759675" y="5321300"/>
                </a:lnTo>
                <a:lnTo>
                  <a:pt x="759193" y="5321300"/>
                </a:lnTo>
                <a:lnTo>
                  <a:pt x="769518" y="5346700"/>
                </a:lnTo>
                <a:lnTo>
                  <a:pt x="769023" y="5346700"/>
                </a:lnTo>
                <a:lnTo>
                  <a:pt x="779551" y="5384800"/>
                </a:lnTo>
                <a:lnTo>
                  <a:pt x="782616" y="5384800"/>
                </a:lnTo>
                <a:lnTo>
                  <a:pt x="789762" y="5410200"/>
                </a:lnTo>
                <a:lnTo>
                  <a:pt x="789241" y="5410200"/>
                </a:lnTo>
                <a:lnTo>
                  <a:pt x="800150" y="5435600"/>
                </a:lnTo>
                <a:lnTo>
                  <a:pt x="799630" y="5435600"/>
                </a:lnTo>
                <a:lnTo>
                  <a:pt x="810717" y="5473700"/>
                </a:lnTo>
                <a:lnTo>
                  <a:pt x="810196" y="5473700"/>
                </a:lnTo>
                <a:lnTo>
                  <a:pt x="821474" y="5499100"/>
                </a:lnTo>
                <a:lnTo>
                  <a:pt x="820928" y="5499100"/>
                </a:lnTo>
                <a:lnTo>
                  <a:pt x="832396" y="5537200"/>
                </a:lnTo>
                <a:lnTo>
                  <a:pt x="835736" y="5537200"/>
                </a:lnTo>
                <a:lnTo>
                  <a:pt x="843508" y="5562600"/>
                </a:lnTo>
                <a:lnTo>
                  <a:pt x="842949" y="5562600"/>
                </a:lnTo>
                <a:lnTo>
                  <a:pt x="854798" y="5588000"/>
                </a:lnTo>
                <a:lnTo>
                  <a:pt x="854227" y="5588000"/>
                </a:lnTo>
                <a:lnTo>
                  <a:pt x="866267" y="5626100"/>
                </a:lnTo>
                <a:lnTo>
                  <a:pt x="869763" y="5626100"/>
                </a:lnTo>
                <a:lnTo>
                  <a:pt x="877900" y="5651500"/>
                </a:lnTo>
                <a:lnTo>
                  <a:pt x="877328" y="5651500"/>
                </a:lnTo>
                <a:lnTo>
                  <a:pt x="889723" y="5676900"/>
                </a:lnTo>
                <a:lnTo>
                  <a:pt x="889139" y="5676900"/>
                </a:lnTo>
                <a:lnTo>
                  <a:pt x="901712" y="5715000"/>
                </a:lnTo>
                <a:lnTo>
                  <a:pt x="901115" y="5715000"/>
                </a:lnTo>
                <a:lnTo>
                  <a:pt x="913879" y="5740400"/>
                </a:lnTo>
                <a:lnTo>
                  <a:pt x="913282" y="5740400"/>
                </a:lnTo>
                <a:lnTo>
                  <a:pt x="926223" y="5765800"/>
                </a:lnTo>
                <a:lnTo>
                  <a:pt x="925614" y="5765800"/>
                </a:lnTo>
                <a:lnTo>
                  <a:pt x="938745" y="5803900"/>
                </a:lnTo>
                <a:lnTo>
                  <a:pt x="942560" y="5803900"/>
                </a:lnTo>
                <a:lnTo>
                  <a:pt x="951433" y="5829300"/>
                </a:lnTo>
                <a:lnTo>
                  <a:pt x="950798" y="5829300"/>
                </a:lnTo>
                <a:lnTo>
                  <a:pt x="964298" y="5854700"/>
                </a:lnTo>
                <a:lnTo>
                  <a:pt x="963650" y="5854700"/>
                </a:lnTo>
                <a:lnTo>
                  <a:pt x="977328" y="5880100"/>
                </a:lnTo>
                <a:lnTo>
                  <a:pt x="976680" y="5880100"/>
                </a:lnTo>
                <a:lnTo>
                  <a:pt x="990536" y="5918200"/>
                </a:lnTo>
                <a:lnTo>
                  <a:pt x="989876" y="5918200"/>
                </a:lnTo>
                <a:lnTo>
                  <a:pt x="1003909" y="5943600"/>
                </a:lnTo>
                <a:lnTo>
                  <a:pt x="1003249" y="5943600"/>
                </a:lnTo>
                <a:lnTo>
                  <a:pt x="1017460" y="5969000"/>
                </a:lnTo>
                <a:lnTo>
                  <a:pt x="1016787" y="5969000"/>
                </a:lnTo>
                <a:lnTo>
                  <a:pt x="1031163" y="6007100"/>
                </a:lnTo>
                <a:lnTo>
                  <a:pt x="1035346" y="6007100"/>
                </a:lnTo>
                <a:lnTo>
                  <a:pt x="1045057" y="6032500"/>
                </a:lnTo>
                <a:lnTo>
                  <a:pt x="1044359" y="6032500"/>
                </a:lnTo>
                <a:lnTo>
                  <a:pt x="1059103" y="6057900"/>
                </a:lnTo>
                <a:lnTo>
                  <a:pt x="1058405" y="6057900"/>
                </a:lnTo>
                <a:lnTo>
                  <a:pt x="1073315" y="6083300"/>
                </a:lnTo>
                <a:lnTo>
                  <a:pt x="1072616" y="6083300"/>
                </a:lnTo>
                <a:lnTo>
                  <a:pt x="1087704" y="6108700"/>
                </a:lnTo>
                <a:lnTo>
                  <a:pt x="1086992" y="6108700"/>
                </a:lnTo>
                <a:lnTo>
                  <a:pt x="1102258" y="6146800"/>
                </a:lnTo>
                <a:lnTo>
                  <a:pt x="1101534" y="6146800"/>
                </a:lnTo>
                <a:lnTo>
                  <a:pt x="1116977" y="6172200"/>
                </a:lnTo>
                <a:lnTo>
                  <a:pt x="1116241" y="6172200"/>
                </a:lnTo>
                <a:lnTo>
                  <a:pt x="1131849" y="6197600"/>
                </a:lnTo>
                <a:lnTo>
                  <a:pt x="1131112" y="6197600"/>
                </a:lnTo>
                <a:lnTo>
                  <a:pt x="1146898" y="6223000"/>
                </a:lnTo>
                <a:lnTo>
                  <a:pt x="1146162" y="6223000"/>
                </a:lnTo>
                <a:lnTo>
                  <a:pt x="1162113" y="6248400"/>
                </a:lnTo>
                <a:lnTo>
                  <a:pt x="1161351" y="6248400"/>
                </a:lnTo>
                <a:lnTo>
                  <a:pt x="1177480" y="6286500"/>
                </a:lnTo>
                <a:lnTo>
                  <a:pt x="1176718" y="6286500"/>
                </a:lnTo>
                <a:lnTo>
                  <a:pt x="1193012" y="6311900"/>
                </a:lnTo>
                <a:lnTo>
                  <a:pt x="1192250" y="6311900"/>
                </a:lnTo>
                <a:lnTo>
                  <a:pt x="1208709" y="6337300"/>
                </a:lnTo>
                <a:lnTo>
                  <a:pt x="1207935" y="6337300"/>
                </a:lnTo>
                <a:lnTo>
                  <a:pt x="1224572" y="6362700"/>
                </a:lnTo>
                <a:lnTo>
                  <a:pt x="1223784" y="6362700"/>
                </a:lnTo>
                <a:lnTo>
                  <a:pt x="1240586" y="6388100"/>
                </a:lnTo>
                <a:lnTo>
                  <a:pt x="1239799" y="6388100"/>
                </a:lnTo>
                <a:lnTo>
                  <a:pt x="1256766" y="6413500"/>
                </a:lnTo>
                <a:lnTo>
                  <a:pt x="1255966" y="6413500"/>
                </a:lnTo>
                <a:lnTo>
                  <a:pt x="1273098" y="6451600"/>
                </a:lnTo>
                <a:lnTo>
                  <a:pt x="1278056" y="6451600"/>
                </a:lnTo>
                <a:lnTo>
                  <a:pt x="1289596" y="6477000"/>
                </a:lnTo>
                <a:lnTo>
                  <a:pt x="1288783" y="6477000"/>
                </a:lnTo>
                <a:lnTo>
                  <a:pt x="1306245" y="6502400"/>
                </a:lnTo>
                <a:lnTo>
                  <a:pt x="1305420" y="6502400"/>
                </a:lnTo>
                <a:lnTo>
                  <a:pt x="1323047" y="6527800"/>
                </a:lnTo>
                <a:lnTo>
                  <a:pt x="1322222" y="6527800"/>
                </a:lnTo>
                <a:lnTo>
                  <a:pt x="1340015" y="6553200"/>
                </a:lnTo>
                <a:lnTo>
                  <a:pt x="1339189" y="6553200"/>
                </a:lnTo>
                <a:lnTo>
                  <a:pt x="1357134" y="6578600"/>
                </a:lnTo>
                <a:lnTo>
                  <a:pt x="1356296" y="6578600"/>
                </a:lnTo>
                <a:lnTo>
                  <a:pt x="1374394" y="6604000"/>
                </a:lnTo>
                <a:lnTo>
                  <a:pt x="1374394" y="7454900"/>
                </a:lnTo>
                <a:close/>
              </a:path>
              <a:path w="1374775" h="7454900">
                <a:moveTo>
                  <a:pt x="1288783" y="990600"/>
                </a:moveTo>
                <a:lnTo>
                  <a:pt x="1289596" y="977900"/>
                </a:lnTo>
                <a:lnTo>
                  <a:pt x="1294604" y="977900"/>
                </a:lnTo>
                <a:lnTo>
                  <a:pt x="1288783" y="990600"/>
                </a:lnTo>
                <a:close/>
              </a:path>
              <a:path w="1374775" h="7454900">
                <a:moveTo>
                  <a:pt x="1044359" y="1435100"/>
                </a:moveTo>
                <a:lnTo>
                  <a:pt x="1045057" y="1422400"/>
                </a:lnTo>
                <a:lnTo>
                  <a:pt x="1049273" y="1422400"/>
                </a:lnTo>
                <a:lnTo>
                  <a:pt x="1044359" y="1435100"/>
                </a:lnTo>
                <a:close/>
              </a:path>
              <a:path w="1374775" h="7454900">
                <a:moveTo>
                  <a:pt x="989876" y="1549400"/>
                </a:moveTo>
                <a:lnTo>
                  <a:pt x="990536" y="1536700"/>
                </a:lnTo>
                <a:lnTo>
                  <a:pt x="994553" y="1536700"/>
                </a:lnTo>
                <a:lnTo>
                  <a:pt x="989876" y="1549400"/>
                </a:lnTo>
                <a:close/>
              </a:path>
              <a:path w="1374775" h="7454900">
                <a:moveTo>
                  <a:pt x="810196" y="1993900"/>
                </a:moveTo>
                <a:lnTo>
                  <a:pt x="810717" y="1981200"/>
                </a:lnTo>
                <a:lnTo>
                  <a:pt x="813955" y="1981200"/>
                </a:lnTo>
                <a:lnTo>
                  <a:pt x="810196" y="1993900"/>
                </a:lnTo>
                <a:close/>
              </a:path>
              <a:path w="1374775" h="7454900">
                <a:moveTo>
                  <a:pt x="759193" y="2146300"/>
                </a:moveTo>
                <a:lnTo>
                  <a:pt x="759675" y="2133600"/>
                </a:lnTo>
                <a:lnTo>
                  <a:pt x="762634" y="2133600"/>
                </a:lnTo>
                <a:lnTo>
                  <a:pt x="759193" y="2146300"/>
                </a:lnTo>
                <a:close/>
              </a:path>
              <a:path w="1374775" h="7454900">
                <a:moveTo>
                  <a:pt x="695502" y="2362200"/>
                </a:moveTo>
                <a:lnTo>
                  <a:pt x="695921" y="2349500"/>
                </a:lnTo>
                <a:lnTo>
                  <a:pt x="698491" y="2349500"/>
                </a:lnTo>
                <a:lnTo>
                  <a:pt x="695502" y="2362200"/>
                </a:lnTo>
                <a:close/>
              </a:path>
              <a:path w="1374775" h="7454900">
                <a:moveTo>
                  <a:pt x="678992" y="2425700"/>
                </a:moveTo>
                <a:lnTo>
                  <a:pt x="679386" y="2413000"/>
                </a:lnTo>
                <a:lnTo>
                  <a:pt x="681850" y="2413000"/>
                </a:lnTo>
                <a:lnTo>
                  <a:pt x="678992" y="2425700"/>
                </a:lnTo>
                <a:close/>
              </a:path>
              <a:path w="1374775" h="7454900">
                <a:moveTo>
                  <a:pt x="607847" y="2743200"/>
                </a:moveTo>
                <a:lnTo>
                  <a:pt x="608152" y="2730500"/>
                </a:lnTo>
                <a:lnTo>
                  <a:pt x="610036" y="2730500"/>
                </a:lnTo>
                <a:lnTo>
                  <a:pt x="607847" y="2743200"/>
                </a:lnTo>
                <a:close/>
              </a:path>
              <a:path w="1374775" h="7454900">
                <a:moveTo>
                  <a:pt x="595947" y="2806700"/>
                </a:moveTo>
                <a:lnTo>
                  <a:pt x="596226" y="2794000"/>
                </a:lnTo>
                <a:lnTo>
                  <a:pt x="597996" y="2794000"/>
                </a:lnTo>
                <a:lnTo>
                  <a:pt x="595947" y="2806700"/>
                </a:lnTo>
                <a:close/>
              </a:path>
              <a:path w="1374775" h="7454900">
                <a:moveTo>
                  <a:pt x="560514" y="3035300"/>
                </a:moveTo>
                <a:lnTo>
                  <a:pt x="560730" y="3022600"/>
                </a:lnTo>
                <a:lnTo>
                  <a:pt x="562076" y="3022600"/>
                </a:lnTo>
                <a:lnTo>
                  <a:pt x="560514" y="3035300"/>
                </a:lnTo>
                <a:close/>
              </a:path>
              <a:path w="1374775" h="7454900">
                <a:moveTo>
                  <a:pt x="527037" y="3365500"/>
                </a:moveTo>
                <a:lnTo>
                  <a:pt x="527151" y="3352800"/>
                </a:lnTo>
                <a:lnTo>
                  <a:pt x="527888" y="3352800"/>
                </a:lnTo>
                <a:lnTo>
                  <a:pt x="527037" y="3365500"/>
                </a:lnTo>
                <a:close/>
              </a:path>
              <a:path w="1374775" h="7454900">
                <a:moveTo>
                  <a:pt x="523489" y="4038600"/>
                </a:moveTo>
                <a:lnTo>
                  <a:pt x="522909" y="4038600"/>
                </a:lnTo>
                <a:lnTo>
                  <a:pt x="522820" y="4025900"/>
                </a:lnTo>
                <a:lnTo>
                  <a:pt x="523489" y="4038600"/>
                </a:lnTo>
                <a:close/>
              </a:path>
              <a:path w="1374775" h="7454900">
                <a:moveTo>
                  <a:pt x="576279" y="4533900"/>
                </a:moveTo>
                <a:lnTo>
                  <a:pt x="574751" y="4533900"/>
                </a:lnTo>
                <a:lnTo>
                  <a:pt x="574509" y="4521200"/>
                </a:lnTo>
                <a:lnTo>
                  <a:pt x="576279" y="4533900"/>
                </a:lnTo>
                <a:close/>
              </a:path>
              <a:path w="1374775" h="7454900">
                <a:moveTo>
                  <a:pt x="734034" y="5232400"/>
                </a:moveTo>
                <a:lnTo>
                  <a:pt x="731240" y="5232400"/>
                </a:lnTo>
                <a:lnTo>
                  <a:pt x="730783" y="5219700"/>
                </a:lnTo>
                <a:lnTo>
                  <a:pt x="734034" y="5232400"/>
                </a:lnTo>
                <a:close/>
              </a:path>
              <a:path w="1374775" h="7454900">
                <a:moveTo>
                  <a:pt x="782616" y="5384800"/>
                </a:moveTo>
                <a:lnTo>
                  <a:pt x="779551" y="5384800"/>
                </a:lnTo>
                <a:lnTo>
                  <a:pt x="779043" y="5372100"/>
                </a:lnTo>
                <a:lnTo>
                  <a:pt x="782616" y="5384800"/>
                </a:lnTo>
                <a:close/>
              </a:path>
              <a:path w="1374775" h="7454900">
                <a:moveTo>
                  <a:pt x="835736" y="5537200"/>
                </a:moveTo>
                <a:lnTo>
                  <a:pt x="832396" y="5537200"/>
                </a:lnTo>
                <a:lnTo>
                  <a:pt x="831850" y="5524500"/>
                </a:lnTo>
                <a:lnTo>
                  <a:pt x="835736" y="5537200"/>
                </a:lnTo>
                <a:close/>
              </a:path>
              <a:path w="1374775" h="7454900">
                <a:moveTo>
                  <a:pt x="869763" y="5626100"/>
                </a:moveTo>
                <a:lnTo>
                  <a:pt x="866267" y="5626100"/>
                </a:lnTo>
                <a:lnTo>
                  <a:pt x="865695" y="5613400"/>
                </a:lnTo>
                <a:lnTo>
                  <a:pt x="869763" y="5626100"/>
                </a:lnTo>
                <a:close/>
              </a:path>
              <a:path w="1374775" h="7454900">
                <a:moveTo>
                  <a:pt x="942560" y="5803900"/>
                </a:moveTo>
                <a:lnTo>
                  <a:pt x="938745" y="5803900"/>
                </a:lnTo>
                <a:lnTo>
                  <a:pt x="938123" y="5791200"/>
                </a:lnTo>
                <a:lnTo>
                  <a:pt x="942560" y="5803900"/>
                </a:lnTo>
                <a:close/>
              </a:path>
              <a:path w="1374775" h="7454900">
                <a:moveTo>
                  <a:pt x="1035346" y="6007100"/>
                </a:moveTo>
                <a:lnTo>
                  <a:pt x="1031163" y="6007100"/>
                </a:lnTo>
                <a:lnTo>
                  <a:pt x="1030490" y="5994400"/>
                </a:lnTo>
                <a:lnTo>
                  <a:pt x="1035346" y="6007100"/>
                </a:lnTo>
                <a:close/>
              </a:path>
              <a:path w="1374775" h="7454900">
                <a:moveTo>
                  <a:pt x="1278056" y="6451600"/>
                </a:moveTo>
                <a:lnTo>
                  <a:pt x="1273098" y="6451600"/>
                </a:lnTo>
                <a:lnTo>
                  <a:pt x="1272286" y="6438900"/>
                </a:lnTo>
                <a:lnTo>
                  <a:pt x="1278056" y="6451600"/>
                </a:lnTo>
                <a:close/>
              </a:path>
            </a:pathLst>
          </a:custGeom>
          <a:solidFill>
            <a:srgbClr val="FC611F">
              <a:alpha val="11799"/>
            </a:srgbClr>
          </a:solidFill>
        </p:spPr>
        <p:txBody>
          <a:bodyPr wrap="square" lIns="0" tIns="0" rIns="0" bIns="0" rtlCol="0"/>
          <a:lstStyle/>
          <a:p>
            <a:endParaRPr/>
          </a:p>
        </p:txBody>
      </p:sp>
      <p:sp>
        <p:nvSpPr>
          <p:cNvPr id="13" name="object 13" descr="$PPTXTitle"/>
          <p:cNvSpPr txBox="1">
            <a:spLocks noGrp="1"/>
          </p:cNvSpPr>
          <p:nvPr>
            <p:ph type="title"/>
          </p:nvPr>
        </p:nvSpPr>
        <p:spPr>
          <a:prstGeom prst="rect">
            <a:avLst/>
          </a:prstGeom>
        </p:spPr>
        <p:txBody>
          <a:bodyPr vert="horz" wrap="square" lIns="0" tIns="65113" rIns="0" bIns="0" rtlCol="0">
            <a:spAutoFit/>
          </a:bodyPr>
          <a:lstStyle/>
          <a:p>
            <a:pPr marL="12700">
              <a:lnSpc>
                <a:spcPct val="100000"/>
              </a:lnSpc>
              <a:spcBef>
                <a:spcPts val="100"/>
              </a:spcBef>
            </a:pPr>
            <a:r>
              <a:rPr spc="-45" dirty="0"/>
              <a:t>IMPLEMENTATION</a:t>
            </a:r>
            <a:r>
              <a:rPr spc="-215" dirty="0"/>
              <a:t> </a:t>
            </a:r>
            <a:r>
              <a:rPr spc="-10" dirty="0"/>
              <a:t>SCREENSHOTS</a:t>
            </a:r>
          </a:p>
        </p:txBody>
      </p:sp>
      <p:pic>
        <p:nvPicPr>
          <p:cNvPr id="18" name="Picture 17" descr="The provided text is a sequence of commands and outputs from a MySQL server session, displaying the list of available databases, and then selecting the 'campus_events' database to show its tables.&#10;&#10;AI-generated content may be incorrect.">
            <a:extLst>
              <a:ext uri="{FF2B5EF4-FFF2-40B4-BE49-F238E27FC236}">
                <a16:creationId xmlns:a16="http://schemas.microsoft.com/office/drawing/2014/main" id="{5CF39D45-3369-5E7A-7CCD-A8BDA1B761F4}"/>
              </a:ext>
            </a:extLst>
          </p:cNvPr>
          <p:cNvPicPr>
            <a:picLocks noChangeAspect="1"/>
          </p:cNvPicPr>
          <p:nvPr/>
        </p:nvPicPr>
        <p:blipFill>
          <a:blip r:embed="rId6"/>
          <a:stretch>
            <a:fillRect/>
          </a:stretch>
        </p:blipFill>
        <p:spPr>
          <a:xfrm>
            <a:off x="2315698" y="1714500"/>
            <a:ext cx="13868400" cy="79123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5583" y="6653898"/>
            <a:ext cx="992505" cy="992505"/>
          </a:xfrm>
          <a:custGeom>
            <a:avLst/>
            <a:gdLst/>
            <a:ahLst/>
            <a:cxnLst/>
            <a:rect l="l" t="t" r="r" b="b"/>
            <a:pathLst>
              <a:path w="992505" h="992504">
                <a:moveTo>
                  <a:pt x="496239" y="992454"/>
                </a:moveTo>
                <a:lnTo>
                  <a:pt x="448448" y="990182"/>
                </a:lnTo>
                <a:lnTo>
                  <a:pt x="401942" y="983506"/>
                </a:lnTo>
                <a:lnTo>
                  <a:pt x="356929" y="972634"/>
                </a:lnTo>
                <a:lnTo>
                  <a:pt x="313618" y="957773"/>
                </a:lnTo>
                <a:lnTo>
                  <a:pt x="272216" y="939131"/>
                </a:lnTo>
                <a:lnTo>
                  <a:pt x="232930" y="916917"/>
                </a:lnTo>
                <a:lnTo>
                  <a:pt x="195970" y="891338"/>
                </a:lnTo>
                <a:lnTo>
                  <a:pt x="161543" y="862602"/>
                </a:lnTo>
                <a:lnTo>
                  <a:pt x="129857" y="830917"/>
                </a:lnTo>
                <a:lnTo>
                  <a:pt x="101120" y="796491"/>
                </a:lnTo>
                <a:lnTo>
                  <a:pt x="75540" y="759532"/>
                </a:lnTo>
                <a:lnTo>
                  <a:pt x="53325" y="720248"/>
                </a:lnTo>
                <a:lnTo>
                  <a:pt x="34682" y="678846"/>
                </a:lnTo>
                <a:lnTo>
                  <a:pt x="19820" y="635535"/>
                </a:lnTo>
                <a:lnTo>
                  <a:pt x="8947" y="590523"/>
                </a:lnTo>
                <a:lnTo>
                  <a:pt x="2271" y="544018"/>
                </a:lnTo>
                <a:lnTo>
                  <a:pt x="0" y="496227"/>
                </a:lnTo>
                <a:lnTo>
                  <a:pt x="2271" y="448435"/>
                </a:lnTo>
                <a:lnTo>
                  <a:pt x="8947" y="401930"/>
                </a:lnTo>
                <a:lnTo>
                  <a:pt x="19820" y="356918"/>
                </a:lnTo>
                <a:lnTo>
                  <a:pt x="34682" y="313607"/>
                </a:lnTo>
                <a:lnTo>
                  <a:pt x="53325" y="272206"/>
                </a:lnTo>
                <a:lnTo>
                  <a:pt x="75540" y="232921"/>
                </a:lnTo>
                <a:lnTo>
                  <a:pt x="101120" y="195962"/>
                </a:lnTo>
                <a:lnTo>
                  <a:pt x="129857" y="161536"/>
                </a:lnTo>
                <a:lnTo>
                  <a:pt x="161543" y="129851"/>
                </a:lnTo>
                <a:lnTo>
                  <a:pt x="195970" y="101115"/>
                </a:lnTo>
                <a:lnTo>
                  <a:pt x="232930" y="75536"/>
                </a:lnTo>
                <a:lnTo>
                  <a:pt x="272216" y="53322"/>
                </a:lnTo>
                <a:lnTo>
                  <a:pt x="313618" y="34680"/>
                </a:lnTo>
                <a:lnTo>
                  <a:pt x="356929" y="19819"/>
                </a:lnTo>
                <a:lnTo>
                  <a:pt x="401942" y="8947"/>
                </a:lnTo>
                <a:lnTo>
                  <a:pt x="448448" y="2271"/>
                </a:lnTo>
                <a:lnTo>
                  <a:pt x="496239" y="0"/>
                </a:lnTo>
                <a:lnTo>
                  <a:pt x="544028" y="2271"/>
                </a:lnTo>
                <a:lnTo>
                  <a:pt x="590533" y="8947"/>
                </a:lnTo>
                <a:lnTo>
                  <a:pt x="635544" y="19819"/>
                </a:lnTo>
                <a:lnTo>
                  <a:pt x="678854" y="34680"/>
                </a:lnTo>
                <a:lnTo>
                  <a:pt x="720255" y="53322"/>
                </a:lnTo>
                <a:lnTo>
                  <a:pt x="759539" y="75536"/>
                </a:lnTo>
                <a:lnTo>
                  <a:pt x="796498" y="101115"/>
                </a:lnTo>
                <a:lnTo>
                  <a:pt x="830924" y="129851"/>
                </a:lnTo>
                <a:lnTo>
                  <a:pt x="862610" y="161536"/>
                </a:lnTo>
                <a:lnTo>
                  <a:pt x="891347" y="195962"/>
                </a:lnTo>
                <a:lnTo>
                  <a:pt x="916927" y="232921"/>
                </a:lnTo>
                <a:lnTo>
                  <a:pt x="939142" y="272206"/>
                </a:lnTo>
                <a:lnTo>
                  <a:pt x="957784" y="313607"/>
                </a:lnTo>
                <a:lnTo>
                  <a:pt x="972646" y="356918"/>
                </a:lnTo>
                <a:lnTo>
                  <a:pt x="983518" y="401930"/>
                </a:lnTo>
                <a:lnTo>
                  <a:pt x="990195" y="448435"/>
                </a:lnTo>
                <a:lnTo>
                  <a:pt x="992466" y="496227"/>
                </a:lnTo>
                <a:lnTo>
                  <a:pt x="990195" y="544018"/>
                </a:lnTo>
                <a:lnTo>
                  <a:pt x="983518" y="590523"/>
                </a:lnTo>
                <a:lnTo>
                  <a:pt x="972646" y="635535"/>
                </a:lnTo>
                <a:lnTo>
                  <a:pt x="957784" y="678846"/>
                </a:lnTo>
                <a:lnTo>
                  <a:pt x="939142" y="720248"/>
                </a:lnTo>
                <a:lnTo>
                  <a:pt x="916927" y="759532"/>
                </a:lnTo>
                <a:lnTo>
                  <a:pt x="891347" y="796491"/>
                </a:lnTo>
                <a:lnTo>
                  <a:pt x="862610" y="830917"/>
                </a:lnTo>
                <a:lnTo>
                  <a:pt x="830924" y="862602"/>
                </a:lnTo>
                <a:lnTo>
                  <a:pt x="796498" y="891338"/>
                </a:lnTo>
                <a:lnTo>
                  <a:pt x="759539" y="916917"/>
                </a:lnTo>
                <a:lnTo>
                  <a:pt x="720255" y="939131"/>
                </a:lnTo>
                <a:lnTo>
                  <a:pt x="678854" y="957773"/>
                </a:lnTo>
                <a:lnTo>
                  <a:pt x="635544" y="972634"/>
                </a:lnTo>
                <a:lnTo>
                  <a:pt x="590533" y="983506"/>
                </a:lnTo>
                <a:lnTo>
                  <a:pt x="544028" y="990182"/>
                </a:lnTo>
                <a:lnTo>
                  <a:pt x="496239" y="992454"/>
                </a:lnTo>
                <a:close/>
              </a:path>
            </a:pathLst>
          </a:custGeom>
          <a:solidFill>
            <a:srgbClr val="FC611F"/>
          </a:solidFill>
        </p:spPr>
        <p:txBody>
          <a:bodyPr wrap="square" lIns="0" tIns="0" rIns="0" bIns="0" rtlCol="0"/>
          <a:lstStyle/>
          <a:p>
            <a:endParaRPr/>
          </a:p>
        </p:txBody>
      </p:sp>
      <p:pic>
        <p:nvPicPr>
          <p:cNvPr id="3" name="object 3"/>
          <p:cNvPicPr/>
          <p:nvPr/>
        </p:nvPicPr>
        <p:blipFill>
          <a:blip r:embed="rId2" cstate="print"/>
          <a:stretch>
            <a:fillRect/>
          </a:stretch>
        </p:blipFill>
        <p:spPr>
          <a:xfrm>
            <a:off x="973061" y="3310978"/>
            <a:ext cx="517512" cy="552450"/>
          </a:xfrm>
          <a:prstGeom prst="rect">
            <a:avLst/>
          </a:prstGeom>
        </p:spPr>
      </p:pic>
      <p:pic>
        <p:nvPicPr>
          <p:cNvPr id="4" name="object 4"/>
          <p:cNvPicPr/>
          <p:nvPr/>
        </p:nvPicPr>
        <p:blipFill>
          <a:blip r:embed="rId3" cstate="print"/>
          <a:stretch>
            <a:fillRect/>
          </a:stretch>
        </p:blipFill>
        <p:spPr>
          <a:xfrm>
            <a:off x="973061" y="1977580"/>
            <a:ext cx="517512" cy="552450"/>
          </a:xfrm>
          <a:prstGeom prst="rect">
            <a:avLst/>
          </a:prstGeom>
        </p:spPr>
      </p:pic>
      <p:pic>
        <p:nvPicPr>
          <p:cNvPr id="5" name="object 5"/>
          <p:cNvPicPr/>
          <p:nvPr/>
        </p:nvPicPr>
        <p:blipFill>
          <a:blip r:embed="rId2" cstate="print"/>
          <a:stretch>
            <a:fillRect/>
          </a:stretch>
        </p:blipFill>
        <p:spPr>
          <a:xfrm>
            <a:off x="973061" y="3978605"/>
            <a:ext cx="517512" cy="552450"/>
          </a:xfrm>
          <a:prstGeom prst="rect">
            <a:avLst/>
          </a:prstGeom>
        </p:spPr>
      </p:pic>
      <p:pic>
        <p:nvPicPr>
          <p:cNvPr id="6" name="object 6"/>
          <p:cNvPicPr/>
          <p:nvPr/>
        </p:nvPicPr>
        <p:blipFill>
          <a:blip r:embed="rId4" cstate="print"/>
          <a:stretch>
            <a:fillRect/>
          </a:stretch>
        </p:blipFill>
        <p:spPr>
          <a:xfrm>
            <a:off x="973061" y="2643352"/>
            <a:ext cx="517512" cy="552450"/>
          </a:xfrm>
          <a:prstGeom prst="rect">
            <a:avLst/>
          </a:prstGeom>
        </p:spPr>
      </p:pic>
      <p:pic>
        <p:nvPicPr>
          <p:cNvPr id="7" name="object 7"/>
          <p:cNvPicPr/>
          <p:nvPr/>
        </p:nvPicPr>
        <p:blipFill>
          <a:blip r:embed="rId2" cstate="print"/>
          <a:stretch>
            <a:fillRect/>
          </a:stretch>
        </p:blipFill>
        <p:spPr>
          <a:xfrm>
            <a:off x="973061" y="5313870"/>
            <a:ext cx="517512" cy="552450"/>
          </a:xfrm>
          <a:prstGeom prst="rect">
            <a:avLst/>
          </a:prstGeom>
        </p:spPr>
      </p:pic>
      <p:pic>
        <p:nvPicPr>
          <p:cNvPr id="8" name="object 8"/>
          <p:cNvPicPr/>
          <p:nvPr/>
        </p:nvPicPr>
        <p:blipFill>
          <a:blip r:embed="rId4" cstate="print"/>
          <a:stretch>
            <a:fillRect/>
          </a:stretch>
        </p:blipFill>
        <p:spPr>
          <a:xfrm>
            <a:off x="973061" y="4646244"/>
            <a:ext cx="517512" cy="552450"/>
          </a:xfrm>
          <a:prstGeom prst="rect">
            <a:avLst/>
          </a:prstGeom>
        </p:spPr>
      </p:pic>
      <p:pic>
        <p:nvPicPr>
          <p:cNvPr id="9" name="object 9"/>
          <p:cNvPicPr/>
          <p:nvPr/>
        </p:nvPicPr>
        <p:blipFill>
          <a:blip r:embed="rId5" cstate="print"/>
          <a:stretch>
            <a:fillRect/>
          </a:stretch>
        </p:blipFill>
        <p:spPr>
          <a:xfrm>
            <a:off x="973061" y="5981496"/>
            <a:ext cx="517512" cy="552449"/>
          </a:xfrm>
          <a:prstGeom prst="rect">
            <a:avLst/>
          </a:prstGeom>
        </p:spPr>
      </p:pic>
      <p:pic>
        <p:nvPicPr>
          <p:cNvPr id="10" name="object 10"/>
          <p:cNvPicPr/>
          <p:nvPr/>
        </p:nvPicPr>
        <p:blipFill>
          <a:blip r:embed="rId2" cstate="print"/>
          <a:stretch>
            <a:fillRect/>
          </a:stretch>
        </p:blipFill>
        <p:spPr>
          <a:xfrm>
            <a:off x="973061" y="7756080"/>
            <a:ext cx="517512" cy="552450"/>
          </a:xfrm>
          <a:prstGeom prst="rect">
            <a:avLst/>
          </a:prstGeom>
        </p:spPr>
      </p:pic>
      <p:sp>
        <p:nvSpPr>
          <p:cNvPr id="11" name="object 11"/>
          <p:cNvSpPr txBox="1"/>
          <p:nvPr/>
        </p:nvSpPr>
        <p:spPr>
          <a:xfrm>
            <a:off x="876261" y="2107539"/>
            <a:ext cx="709930" cy="6064250"/>
          </a:xfrm>
          <a:prstGeom prst="rect">
            <a:avLst/>
          </a:prstGeom>
        </p:spPr>
        <p:txBody>
          <a:bodyPr vert="horz" wrap="square" lIns="0" tIns="13335" rIns="0" bIns="0" rtlCol="0">
            <a:spAutoFit/>
          </a:bodyPr>
          <a:lstStyle/>
          <a:p>
            <a:pPr marL="1270" algn="ctr">
              <a:lnSpc>
                <a:spcPct val="100000"/>
              </a:lnSpc>
              <a:spcBef>
                <a:spcPts val="105"/>
              </a:spcBef>
            </a:pPr>
            <a:r>
              <a:rPr sz="1700" spc="-375" dirty="0">
                <a:solidFill>
                  <a:srgbClr val="181818"/>
                </a:solidFill>
                <a:latin typeface="Tahoma"/>
                <a:cs typeface="Tahoma"/>
              </a:rPr>
              <a:t>1</a:t>
            </a:r>
            <a:endParaRPr sz="1700">
              <a:latin typeface="Tahoma"/>
              <a:cs typeface="Tahoma"/>
            </a:endParaRPr>
          </a:p>
          <a:p>
            <a:pPr>
              <a:lnSpc>
                <a:spcPct val="100000"/>
              </a:lnSpc>
              <a:spcBef>
                <a:spcPts val="1150"/>
              </a:spcBef>
            </a:pPr>
            <a:endParaRPr sz="1700">
              <a:latin typeface="Tahoma"/>
              <a:cs typeface="Tahoma"/>
            </a:endParaRPr>
          </a:p>
          <a:p>
            <a:pPr marL="1270" algn="ctr">
              <a:lnSpc>
                <a:spcPct val="100000"/>
              </a:lnSpc>
            </a:pPr>
            <a:r>
              <a:rPr sz="1700" spc="40" dirty="0">
                <a:solidFill>
                  <a:srgbClr val="181818"/>
                </a:solidFill>
                <a:latin typeface="Tahoma"/>
                <a:cs typeface="Tahoma"/>
              </a:rPr>
              <a:t>2</a:t>
            </a:r>
            <a:endParaRPr sz="1700">
              <a:latin typeface="Tahoma"/>
              <a:cs typeface="Tahoma"/>
            </a:endParaRPr>
          </a:p>
          <a:p>
            <a:pPr>
              <a:lnSpc>
                <a:spcPct val="100000"/>
              </a:lnSpc>
              <a:spcBef>
                <a:spcPts val="1165"/>
              </a:spcBef>
            </a:pPr>
            <a:endParaRPr sz="1700">
              <a:latin typeface="Tahoma"/>
              <a:cs typeface="Tahoma"/>
            </a:endParaRPr>
          </a:p>
          <a:p>
            <a:pPr marL="1905" algn="ctr">
              <a:lnSpc>
                <a:spcPct val="100000"/>
              </a:lnSpc>
            </a:pPr>
            <a:r>
              <a:rPr sz="1700" spc="60" dirty="0">
                <a:solidFill>
                  <a:srgbClr val="181818"/>
                </a:solidFill>
                <a:latin typeface="Tahoma"/>
                <a:cs typeface="Tahoma"/>
              </a:rPr>
              <a:t>3</a:t>
            </a:r>
            <a:endParaRPr sz="1700">
              <a:latin typeface="Tahoma"/>
              <a:cs typeface="Tahoma"/>
            </a:endParaRPr>
          </a:p>
          <a:p>
            <a:pPr>
              <a:lnSpc>
                <a:spcPct val="100000"/>
              </a:lnSpc>
              <a:spcBef>
                <a:spcPts val="1165"/>
              </a:spcBef>
            </a:pPr>
            <a:endParaRPr sz="1700">
              <a:latin typeface="Tahoma"/>
              <a:cs typeface="Tahoma"/>
            </a:endParaRPr>
          </a:p>
          <a:p>
            <a:pPr marL="1905" algn="ctr">
              <a:lnSpc>
                <a:spcPct val="100000"/>
              </a:lnSpc>
            </a:pPr>
            <a:r>
              <a:rPr sz="1700" spc="160" dirty="0">
                <a:solidFill>
                  <a:srgbClr val="181818"/>
                </a:solidFill>
                <a:latin typeface="Tahoma"/>
                <a:cs typeface="Tahoma"/>
              </a:rPr>
              <a:t>4</a:t>
            </a:r>
            <a:endParaRPr sz="1700">
              <a:latin typeface="Tahoma"/>
              <a:cs typeface="Tahoma"/>
            </a:endParaRPr>
          </a:p>
          <a:p>
            <a:pPr>
              <a:lnSpc>
                <a:spcPct val="100000"/>
              </a:lnSpc>
              <a:spcBef>
                <a:spcPts val="1165"/>
              </a:spcBef>
            </a:pPr>
            <a:endParaRPr sz="1700">
              <a:latin typeface="Tahoma"/>
              <a:cs typeface="Tahoma"/>
            </a:endParaRPr>
          </a:p>
          <a:p>
            <a:pPr marL="1905" algn="ctr">
              <a:lnSpc>
                <a:spcPct val="100000"/>
              </a:lnSpc>
            </a:pPr>
            <a:r>
              <a:rPr sz="1700" spc="60" dirty="0">
                <a:solidFill>
                  <a:srgbClr val="181818"/>
                </a:solidFill>
                <a:latin typeface="Tahoma"/>
                <a:cs typeface="Tahoma"/>
              </a:rPr>
              <a:t>5</a:t>
            </a:r>
            <a:endParaRPr sz="1700">
              <a:latin typeface="Tahoma"/>
              <a:cs typeface="Tahoma"/>
            </a:endParaRPr>
          </a:p>
          <a:p>
            <a:pPr>
              <a:lnSpc>
                <a:spcPct val="100000"/>
              </a:lnSpc>
              <a:spcBef>
                <a:spcPts val="1165"/>
              </a:spcBef>
            </a:pPr>
            <a:endParaRPr sz="1700">
              <a:latin typeface="Tahoma"/>
              <a:cs typeface="Tahoma"/>
            </a:endParaRPr>
          </a:p>
          <a:p>
            <a:pPr marL="1270" algn="ctr">
              <a:lnSpc>
                <a:spcPct val="100000"/>
              </a:lnSpc>
            </a:pPr>
            <a:r>
              <a:rPr sz="1700" spc="125" dirty="0">
                <a:solidFill>
                  <a:srgbClr val="181818"/>
                </a:solidFill>
                <a:latin typeface="Tahoma"/>
                <a:cs typeface="Tahoma"/>
              </a:rPr>
              <a:t>6</a:t>
            </a:r>
            <a:endParaRPr sz="1700">
              <a:latin typeface="Tahoma"/>
              <a:cs typeface="Tahoma"/>
            </a:endParaRPr>
          </a:p>
          <a:p>
            <a:pPr>
              <a:lnSpc>
                <a:spcPct val="100000"/>
              </a:lnSpc>
              <a:spcBef>
                <a:spcPts val="1165"/>
              </a:spcBef>
            </a:pPr>
            <a:endParaRPr sz="1700">
              <a:latin typeface="Tahoma"/>
              <a:cs typeface="Tahoma"/>
            </a:endParaRPr>
          </a:p>
          <a:p>
            <a:pPr marL="635" algn="ctr">
              <a:lnSpc>
                <a:spcPct val="100000"/>
              </a:lnSpc>
            </a:pPr>
            <a:r>
              <a:rPr sz="1700" spc="30" dirty="0">
                <a:solidFill>
                  <a:srgbClr val="181818"/>
                </a:solidFill>
                <a:latin typeface="Tahoma"/>
                <a:cs typeface="Tahoma"/>
              </a:rPr>
              <a:t>7</a:t>
            </a:r>
            <a:endParaRPr sz="1700">
              <a:latin typeface="Tahoma"/>
              <a:cs typeface="Tahoma"/>
            </a:endParaRPr>
          </a:p>
          <a:p>
            <a:pPr>
              <a:lnSpc>
                <a:spcPct val="100000"/>
              </a:lnSpc>
            </a:pPr>
            <a:endParaRPr sz="1700">
              <a:latin typeface="Tahoma"/>
              <a:cs typeface="Tahoma"/>
            </a:endParaRPr>
          </a:p>
          <a:p>
            <a:pPr>
              <a:lnSpc>
                <a:spcPct val="100000"/>
              </a:lnSpc>
              <a:spcBef>
                <a:spcPts val="420"/>
              </a:spcBef>
            </a:pPr>
            <a:endParaRPr sz="1700">
              <a:latin typeface="Tahoma"/>
              <a:cs typeface="Tahoma"/>
            </a:endParaRPr>
          </a:p>
          <a:p>
            <a:pPr algn="ctr">
              <a:lnSpc>
                <a:spcPct val="100000"/>
              </a:lnSpc>
            </a:pPr>
            <a:r>
              <a:rPr sz="2400" spc="165" dirty="0">
                <a:solidFill>
                  <a:srgbClr val="001F5F"/>
                </a:solidFill>
                <a:latin typeface="Tahoma"/>
                <a:cs typeface="Tahoma"/>
              </a:rPr>
              <a:t>8(C)</a:t>
            </a:r>
            <a:endParaRPr sz="2400">
              <a:latin typeface="Tahoma"/>
              <a:cs typeface="Tahoma"/>
            </a:endParaRPr>
          </a:p>
          <a:p>
            <a:pPr>
              <a:lnSpc>
                <a:spcPct val="100000"/>
              </a:lnSpc>
              <a:spcBef>
                <a:spcPts val="1630"/>
              </a:spcBef>
            </a:pPr>
            <a:endParaRPr sz="2400">
              <a:latin typeface="Tahoma"/>
              <a:cs typeface="Tahoma"/>
            </a:endParaRPr>
          </a:p>
          <a:p>
            <a:pPr marL="1270" algn="ctr">
              <a:lnSpc>
                <a:spcPct val="100000"/>
              </a:lnSpc>
            </a:pPr>
            <a:r>
              <a:rPr sz="1700" spc="125" dirty="0">
                <a:solidFill>
                  <a:srgbClr val="181818"/>
                </a:solidFill>
                <a:latin typeface="Tahoma"/>
                <a:cs typeface="Tahoma"/>
              </a:rPr>
              <a:t>9</a:t>
            </a:r>
            <a:endParaRPr sz="1700">
              <a:latin typeface="Tahoma"/>
              <a:cs typeface="Tahoma"/>
            </a:endParaRPr>
          </a:p>
        </p:txBody>
      </p:sp>
      <p:sp>
        <p:nvSpPr>
          <p:cNvPr id="12" name="object 12"/>
          <p:cNvSpPr/>
          <p:nvPr/>
        </p:nvSpPr>
        <p:spPr>
          <a:xfrm>
            <a:off x="16913606" y="1577983"/>
            <a:ext cx="1374775" cy="7454900"/>
          </a:xfrm>
          <a:custGeom>
            <a:avLst/>
            <a:gdLst/>
            <a:ahLst/>
            <a:cxnLst/>
            <a:rect l="l" t="t" r="r" b="b"/>
            <a:pathLst>
              <a:path w="1374775" h="7454900">
                <a:moveTo>
                  <a:pt x="1374394" y="7454900"/>
                </a:moveTo>
                <a:lnTo>
                  <a:pt x="1358277" y="7442200"/>
                </a:lnTo>
                <a:lnTo>
                  <a:pt x="1314005" y="7391400"/>
                </a:lnTo>
                <a:lnTo>
                  <a:pt x="1270355" y="7340600"/>
                </a:lnTo>
                <a:lnTo>
                  <a:pt x="1248765" y="7302500"/>
                </a:lnTo>
                <a:lnTo>
                  <a:pt x="1206055" y="7251700"/>
                </a:lnTo>
                <a:lnTo>
                  <a:pt x="1163993" y="7200900"/>
                </a:lnTo>
                <a:lnTo>
                  <a:pt x="1122578" y="7150100"/>
                </a:lnTo>
                <a:lnTo>
                  <a:pt x="1102118" y="7112000"/>
                </a:lnTo>
                <a:lnTo>
                  <a:pt x="1061681" y="7061200"/>
                </a:lnTo>
                <a:lnTo>
                  <a:pt x="1041717" y="7035800"/>
                </a:lnTo>
                <a:lnTo>
                  <a:pt x="1021905" y="6997700"/>
                </a:lnTo>
                <a:lnTo>
                  <a:pt x="1002271" y="6972300"/>
                </a:lnTo>
                <a:lnTo>
                  <a:pt x="982802" y="6946900"/>
                </a:lnTo>
                <a:lnTo>
                  <a:pt x="963498" y="6921500"/>
                </a:lnTo>
                <a:lnTo>
                  <a:pt x="944359" y="6883400"/>
                </a:lnTo>
                <a:lnTo>
                  <a:pt x="925398" y="6858000"/>
                </a:lnTo>
                <a:lnTo>
                  <a:pt x="906602" y="6832600"/>
                </a:lnTo>
                <a:lnTo>
                  <a:pt x="887971" y="6807200"/>
                </a:lnTo>
                <a:lnTo>
                  <a:pt x="869518" y="6769100"/>
                </a:lnTo>
                <a:lnTo>
                  <a:pt x="851230" y="6743700"/>
                </a:lnTo>
                <a:lnTo>
                  <a:pt x="833120" y="6718300"/>
                </a:lnTo>
                <a:lnTo>
                  <a:pt x="815187" y="6680200"/>
                </a:lnTo>
                <a:lnTo>
                  <a:pt x="797432" y="6654800"/>
                </a:lnTo>
                <a:lnTo>
                  <a:pt x="779843" y="6629400"/>
                </a:lnTo>
                <a:lnTo>
                  <a:pt x="762431" y="6591300"/>
                </a:lnTo>
                <a:lnTo>
                  <a:pt x="745197" y="6565900"/>
                </a:lnTo>
                <a:lnTo>
                  <a:pt x="728141" y="6527800"/>
                </a:lnTo>
                <a:lnTo>
                  <a:pt x="711263" y="6502400"/>
                </a:lnTo>
                <a:lnTo>
                  <a:pt x="694563" y="6477000"/>
                </a:lnTo>
                <a:lnTo>
                  <a:pt x="678040" y="6438900"/>
                </a:lnTo>
                <a:lnTo>
                  <a:pt x="661695" y="6413500"/>
                </a:lnTo>
                <a:lnTo>
                  <a:pt x="645540" y="6375400"/>
                </a:lnTo>
                <a:lnTo>
                  <a:pt x="629551" y="6350000"/>
                </a:lnTo>
                <a:lnTo>
                  <a:pt x="613752" y="6311900"/>
                </a:lnTo>
                <a:lnTo>
                  <a:pt x="598144" y="6286500"/>
                </a:lnTo>
                <a:lnTo>
                  <a:pt x="582714" y="6261100"/>
                </a:lnTo>
                <a:lnTo>
                  <a:pt x="567461" y="6223000"/>
                </a:lnTo>
                <a:lnTo>
                  <a:pt x="552399" y="6197600"/>
                </a:lnTo>
                <a:lnTo>
                  <a:pt x="537527" y="6159500"/>
                </a:lnTo>
                <a:lnTo>
                  <a:pt x="522833" y="6134100"/>
                </a:lnTo>
                <a:lnTo>
                  <a:pt x="508330" y="6096000"/>
                </a:lnTo>
                <a:lnTo>
                  <a:pt x="494017" y="6070600"/>
                </a:lnTo>
                <a:lnTo>
                  <a:pt x="479882" y="6032500"/>
                </a:lnTo>
                <a:lnTo>
                  <a:pt x="465950" y="6007100"/>
                </a:lnTo>
                <a:lnTo>
                  <a:pt x="452196" y="5969000"/>
                </a:lnTo>
                <a:lnTo>
                  <a:pt x="438645" y="5930900"/>
                </a:lnTo>
                <a:lnTo>
                  <a:pt x="425272" y="5905500"/>
                </a:lnTo>
                <a:lnTo>
                  <a:pt x="412102" y="5867400"/>
                </a:lnTo>
                <a:lnTo>
                  <a:pt x="399122" y="5842000"/>
                </a:lnTo>
                <a:lnTo>
                  <a:pt x="386334" y="5803900"/>
                </a:lnTo>
                <a:lnTo>
                  <a:pt x="373735" y="5778500"/>
                </a:lnTo>
                <a:lnTo>
                  <a:pt x="361340" y="5740400"/>
                </a:lnTo>
                <a:lnTo>
                  <a:pt x="349135" y="5702300"/>
                </a:lnTo>
                <a:lnTo>
                  <a:pt x="337134" y="5676900"/>
                </a:lnTo>
                <a:lnTo>
                  <a:pt x="325323" y="5638800"/>
                </a:lnTo>
                <a:lnTo>
                  <a:pt x="313702" y="5613400"/>
                </a:lnTo>
                <a:lnTo>
                  <a:pt x="302298" y="5575300"/>
                </a:lnTo>
                <a:lnTo>
                  <a:pt x="291071" y="5537200"/>
                </a:lnTo>
                <a:lnTo>
                  <a:pt x="280060" y="5511800"/>
                </a:lnTo>
                <a:lnTo>
                  <a:pt x="269252" y="5473700"/>
                </a:lnTo>
                <a:lnTo>
                  <a:pt x="258635" y="5435600"/>
                </a:lnTo>
                <a:lnTo>
                  <a:pt x="248221" y="5410200"/>
                </a:lnTo>
                <a:lnTo>
                  <a:pt x="238010" y="5372100"/>
                </a:lnTo>
                <a:lnTo>
                  <a:pt x="228015" y="5334000"/>
                </a:lnTo>
                <a:lnTo>
                  <a:pt x="218211" y="5308600"/>
                </a:lnTo>
                <a:lnTo>
                  <a:pt x="208610" y="5270500"/>
                </a:lnTo>
                <a:lnTo>
                  <a:pt x="199224" y="5232400"/>
                </a:lnTo>
                <a:lnTo>
                  <a:pt x="190042" y="5207000"/>
                </a:lnTo>
                <a:lnTo>
                  <a:pt x="181063" y="5168900"/>
                </a:lnTo>
                <a:lnTo>
                  <a:pt x="172300" y="5130800"/>
                </a:lnTo>
                <a:lnTo>
                  <a:pt x="163741" y="5092700"/>
                </a:lnTo>
                <a:lnTo>
                  <a:pt x="155384" y="5067300"/>
                </a:lnTo>
                <a:lnTo>
                  <a:pt x="147243" y="5029200"/>
                </a:lnTo>
                <a:lnTo>
                  <a:pt x="139319" y="4991100"/>
                </a:lnTo>
                <a:lnTo>
                  <a:pt x="131597" y="4953000"/>
                </a:lnTo>
                <a:lnTo>
                  <a:pt x="124091" y="4927600"/>
                </a:lnTo>
                <a:lnTo>
                  <a:pt x="116789" y="4889500"/>
                </a:lnTo>
                <a:lnTo>
                  <a:pt x="109715" y="4851400"/>
                </a:lnTo>
                <a:lnTo>
                  <a:pt x="102844" y="4813300"/>
                </a:lnTo>
                <a:lnTo>
                  <a:pt x="96189" y="4787900"/>
                </a:lnTo>
                <a:lnTo>
                  <a:pt x="89750" y="4749800"/>
                </a:lnTo>
                <a:lnTo>
                  <a:pt x="83540" y="4711700"/>
                </a:lnTo>
                <a:lnTo>
                  <a:pt x="77533" y="4673600"/>
                </a:lnTo>
                <a:lnTo>
                  <a:pt x="71742" y="4635500"/>
                </a:lnTo>
                <a:lnTo>
                  <a:pt x="66179" y="4610100"/>
                </a:lnTo>
                <a:lnTo>
                  <a:pt x="60832" y="4572000"/>
                </a:lnTo>
                <a:lnTo>
                  <a:pt x="55702" y="4533900"/>
                </a:lnTo>
                <a:lnTo>
                  <a:pt x="50787" y="4495800"/>
                </a:lnTo>
                <a:lnTo>
                  <a:pt x="46101" y="4457700"/>
                </a:lnTo>
                <a:lnTo>
                  <a:pt x="41643" y="4419600"/>
                </a:lnTo>
                <a:lnTo>
                  <a:pt x="37401" y="4394200"/>
                </a:lnTo>
                <a:lnTo>
                  <a:pt x="33375" y="4356100"/>
                </a:lnTo>
                <a:lnTo>
                  <a:pt x="29578" y="4318000"/>
                </a:lnTo>
                <a:lnTo>
                  <a:pt x="26009" y="4279900"/>
                </a:lnTo>
                <a:lnTo>
                  <a:pt x="22669" y="4241800"/>
                </a:lnTo>
                <a:lnTo>
                  <a:pt x="19545" y="4203700"/>
                </a:lnTo>
                <a:lnTo>
                  <a:pt x="16662" y="4165600"/>
                </a:lnTo>
                <a:lnTo>
                  <a:pt x="13995" y="4140200"/>
                </a:lnTo>
                <a:lnTo>
                  <a:pt x="11557" y="4102100"/>
                </a:lnTo>
                <a:lnTo>
                  <a:pt x="9347" y="4064000"/>
                </a:lnTo>
                <a:lnTo>
                  <a:pt x="7365" y="4025900"/>
                </a:lnTo>
                <a:lnTo>
                  <a:pt x="5626" y="3987800"/>
                </a:lnTo>
                <a:lnTo>
                  <a:pt x="4102" y="3949700"/>
                </a:lnTo>
                <a:lnTo>
                  <a:pt x="2819" y="3911600"/>
                </a:lnTo>
                <a:lnTo>
                  <a:pt x="1765" y="3873500"/>
                </a:lnTo>
                <a:lnTo>
                  <a:pt x="939" y="3835400"/>
                </a:lnTo>
                <a:lnTo>
                  <a:pt x="355" y="3797300"/>
                </a:lnTo>
                <a:lnTo>
                  <a:pt x="0" y="3771900"/>
                </a:lnTo>
                <a:lnTo>
                  <a:pt x="0" y="3695700"/>
                </a:lnTo>
                <a:lnTo>
                  <a:pt x="355" y="3657600"/>
                </a:lnTo>
                <a:lnTo>
                  <a:pt x="939" y="3619500"/>
                </a:lnTo>
                <a:lnTo>
                  <a:pt x="1765" y="3581400"/>
                </a:lnTo>
                <a:lnTo>
                  <a:pt x="2819" y="3543300"/>
                </a:lnTo>
                <a:lnTo>
                  <a:pt x="4102" y="3505200"/>
                </a:lnTo>
                <a:lnTo>
                  <a:pt x="5626" y="3467100"/>
                </a:lnTo>
                <a:lnTo>
                  <a:pt x="7365" y="3429000"/>
                </a:lnTo>
                <a:lnTo>
                  <a:pt x="9347" y="3390900"/>
                </a:lnTo>
                <a:lnTo>
                  <a:pt x="11557" y="3365500"/>
                </a:lnTo>
                <a:lnTo>
                  <a:pt x="13996" y="3327400"/>
                </a:lnTo>
                <a:lnTo>
                  <a:pt x="16662" y="3289300"/>
                </a:lnTo>
                <a:lnTo>
                  <a:pt x="19545" y="3251200"/>
                </a:lnTo>
                <a:lnTo>
                  <a:pt x="22669" y="3213100"/>
                </a:lnTo>
                <a:lnTo>
                  <a:pt x="26009" y="3175000"/>
                </a:lnTo>
                <a:lnTo>
                  <a:pt x="29578" y="3136900"/>
                </a:lnTo>
                <a:lnTo>
                  <a:pt x="33375" y="3098800"/>
                </a:lnTo>
                <a:lnTo>
                  <a:pt x="37401" y="3073400"/>
                </a:lnTo>
                <a:lnTo>
                  <a:pt x="41643" y="3035300"/>
                </a:lnTo>
                <a:lnTo>
                  <a:pt x="46101" y="2997200"/>
                </a:lnTo>
                <a:lnTo>
                  <a:pt x="50787" y="2959100"/>
                </a:lnTo>
                <a:lnTo>
                  <a:pt x="55702" y="2921000"/>
                </a:lnTo>
                <a:lnTo>
                  <a:pt x="60832" y="2882900"/>
                </a:lnTo>
                <a:lnTo>
                  <a:pt x="66179" y="2857500"/>
                </a:lnTo>
                <a:lnTo>
                  <a:pt x="71742" y="2819400"/>
                </a:lnTo>
                <a:lnTo>
                  <a:pt x="77533" y="2781300"/>
                </a:lnTo>
                <a:lnTo>
                  <a:pt x="83540" y="2743200"/>
                </a:lnTo>
                <a:lnTo>
                  <a:pt x="89750" y="2705100"/>
                </a:lnTo>
                <a:lnTo>
                  <a:pt x="96189" y="2679700"/>
                </a:lnTo>
                <a:lnTo>
                  <a:pt x="102844" y="2641600"/>
                </a:lnTo>
                <a:lnTo>
                  <a:pt x="109715" y="2603500"/>
                </a:lnTo>
                <a:lnTo>
                  <a:pt x="116789" y="2565400"/>
                </a:lnTo>
                <a:lnTo>
                  <a:pt x="124091" y="2540000"/>
                </a:lnTo>
                <a:lnTo>
                  <a:pt x="131597" y="2501900"/>
                </a:lnTo>
                <a:lnTo>
                  <a:pt x="139319" y="2463800"/>
                </a:lnTo>
                <a:lnTo>
                  <a:pt x="147243" y="2425700"/>
                </a:lnTo>
                <a:lnTo>
                  <a:pt x="155384" y="2400300"/>
                </a:lnTo>
                <a:lnTo>
                  <a:pt x="163741" y="2362200"/>
                </a:lnTo>
                <a:lnTo>
                  <a:pt x="172300" y="2324100"/>
                </a:lnTo>
                <a:lnTo>
                  <a:pt x="181063" y="2286000"/>
                </a:lnTo>
                <a:lnTo>
                  <a:pt x="190042" y="2260600"/>
                </a:lnTo>
                <a:lnTo>
                  <a:pt x="199224" y="2222500"/>
                </a:lnTo>
                <a:lnTo>
                  <a:pt x="208610" y="2184400"/>
                </a:lnTo>
                <a:lnTo>
                  <a:pt x="218211" y="2159000"/>
                </a:lnTo>
                <a:lnTo>
                  <a:pt x="228015" y="2120900"/>
                </a:lnTo>
                <a:lnTo>
                  <a:pt x="238010" y="2082800"/>
                </a:lnTo>
                <a:lnTo>
                  <a:pt x="248221" y="2057400"/>
                </a:lnTo>
                <a:lnTo>
                  <a:pt x="258635" y="2019300"/>
                </a:lnTo>
                <a:lnTo>
                  <a:pt x="269252" y="1981200"/>
                </a:lnTo>
                <a:lnTo>
                  <a:pt x="280060" y="1955800"/>
                </a:lnTo>
                <a:lnTo>
                  <a:pt x="291071" y="1917700"/>
                </a:lnTo>
                <a:lnTo>
                  <a:pt x="302298" y="1879600"/>
                </a:lnTo>
                <a:lnTo>
                  <a:pt x="313702" y="1854200"/>
                </a:lnTo>
                <a:lnTo>
                  <a:pt x="325323" y="1816100"/>
                </a:lnTo>
                <a:lnTo>
                  <a:pt x="337134" y="1778000"/>
                </a:lnTo>
                <a:lnTo>
                  <a:pt x="349135" y="1752600"/>
                </a:lnTo>
                <a:lnTo>
                  <a:pt x="361340" y="1714500"/>
                </a:lnTo>
                <a:lnTo>
                  <a:pt x="373735" y="1689100"/>
                </a:lnTo>
                <a:lnTo>
                  <a:pt x="386334" y="1651000"/>
                </a:lnTo>
                <a:lnTo>
                  <a:pt x="399122" y="1612900"/>
                </a:lnTo>
                <a:lnTo>
                  <a:pt x="412102" y="1587500"/>
                </a:lnTo>
                <a:lnTo>
                  <a:pt x="425272" y="1549400"/>
                </a:lnTo>
                <a:lnTo>
                  <a:pt x="438645" y="1524000"/>
                </a:lnTo>
                <a:lnTo>
                  <a:pt x="452196" y="1485900"/>
                </a:lnTo>
                <a:lnTo>
                  <a:pt x="465950" y="1460500"/>
                </a:lnTo>
                <a:lnTo>
                  <a:pt x="479882" y="1422400"/>
                </a:lnTo>
                <a:lnTo>
                  <a:pt x="494017" y="1397000"/>
                </a:lnTo>
                <a:lnTo>
                  <a:pt x="508330" y="1358900"/>
                </a:lnTo>
                <a:lnTo>
                  <a:pt x="522833" y="1333500"/>
                </a:lnTo>
                <a:lnTo>
                  <a:pt x="537527" y="1295400"/>
                </a:lnTo>
                <a:lnTo>
                  <a:pt x="552399" y="1270000"/>
                </a:lnTo>
                <a:lnTo>
                  <a:pt x="567461" y="1231900"/>
                </a:lnTo>
                <a:lnTo>
                  <a:pt x="582714" y="1206500"/>
                </a:lnTo>
                <a:lnTo>
                  <a:pt x="598144" y="1168400"/>
                </a:lnTo>
                <a:lnTo>
                  <a:pt x="613752" y="1143000"/>
                </a:lnTo>
                <a:lnTo>
                  <a:pt x="629551" y="1104900"/>
                </a:lnTo>
                <a:lnTo>
                  <a:pt x="645540" y="1079500"/>
                </a:lnTo>
                <a:lnTo>
                  <a:pt x="661695" y="1041400"/>
                </a:lnTo>
                <a:lnTo>
                  <a:pt x="678040" y="1016000"/>
                </a:lnTo>
                <a:lnTo>
                  <a:pt x="694563" y="990600"/>
                </a:lnTo>
                <a:lnTo>
                  <a:pt x="711263" y="952500"/>
                </a:lnTo>
                <a:lnTo>
                  <a:pt x="728141" y="927100"/>
                </a:lnTo>
                <a:lnTo>
                  <a:pt x="745197" y="889000"/>
                </a:lnTo>
                <a:lnTo>
                  <a:pt x="762431" y="863600"/>
                </a:lnTo>
                <a:lnTo>
                  <a:pt x="779843" y="838200"/>
                </a:lnTo>
                <a:lnTo>
                  <a:pt x="797432" y="800100"/>
                </a:lnTo>
                <a:lnTo>
                  <a:pt x="815187" y="774700"/>
                </a:lnTo>
                <a:lnTo>
                  <a:pt x="833120" y="749300"/>
                </a:lnTo>
                <a:lnTo>
                  <a:pt x="851230" y="711200"/>
                </a:lnTo>
                <a:lnTo>
                  <a:pt x="869518" y="685800"/>
                </a:lnTo>
                <a:lnTo>
                  <a:pt x="887971" y="660400"/>
                </a:lnTo>
                <a:lnTo>
                  <a:pt x="906602" y="622300"/>
                </a:lnTo>
                <a:lnTo>
                  <a:pt x="925398" y="596900"/>
                </a:lnTo>
                <a:lnTo>
                  <a:pt x="944359" y="571500"/>
                </a:lnTo>
                <a:lnTo>
                  <a:pt x="963498" y="546100"/>
                </a:lnTo>
                <a:lnTo>
                  <a:pt x="982802" y="508000"/>
                </a:lnTo>
                <a:lnTo>
                  <a:pt x="1002271" y="482600"/>
                </a:lnTo>
                <a:lnTo>
                  <a:pt x="1021905" y="457200"/>
                </a:lnTo>
                <a:lnTo>
                  <a:pt x="1041717" y="431800"/>
                </a:lnTo>
                <a:lnTo>
                  <a:pt x="1061681" y="393700"/>
                </a:lnTo>
                <a:lnTo>
                  <a:pt x="1102118" y="342900"/>
                </a:lnTo>
                <a:lnTo>
                  <a:pt x="1122578" y="317500"/>
                </a:lnTo>
                <a:lnTo>
                  <a:pt x="1143215" y="279400"/>
                </a:lnTo>
                <a:lnTo>
                  <a:pt x="1163993" y="254000"/>
                </a:lnTo>
                <a:lnTo>
                  <a:pt x="1184948" y="228600"/>
                </a:lnTo>
                <a:lnTo>
                  <a:pt x="1227328" y="177800"/>
                </a:lnTo>
                <a:lnTo>
                  <a:pt x="1270355" y="127000"/>
                </a:lnTo>
                <a:lnTo>
                  <a:pt x="1292098" y="88900"/>
                </a:lnTo>
                <a:lnTo>
                  <a:pt x="1336065" y="38100"/>
                </a:lnTo>
                <a:lnTo>
                  <a:pt x="1374394" y="0"/>
                </a:lnTo>
                <a:lnTo>
                  <a:pt x="1374394" y="850900"/>
                </a:lnTo>
                <a:lnTo>
                  <a:pt x="1356296" y="876300"/>
                </a:lnTo>
                <a:lnTo>
                  <a:pt x="1357134" y="876300"/>
                </a:lnTo>
                <a:lnTo>
                  <a:pt x="1339189" y="901700"/>
                </a:lnTo>
                <a:lnTo>
                  <a:pt x="1340015" y="901700"/>
                </a:lnTo>
                <a:lnTo>
                  <a:pt x="1322222" y="927100"/>
                </a:lnTo>
                <a:lnTo>
                  <a:pt x="1323047" y="927100"/>
                </a:lnTo>
                <a:lnTo>
                  <a:pt x="1305420" y="952500"/>
                </a:lnTo>
                <a:lnTo>
                  <a:pt x="1306245" y="952500"/>
                </a:lnTo>
                <a:lnTo>
                  <a:pt x="1294604" y="977900"/>
                </a:lnTo>
                <a:lnTo>
                  <a:pt x="1289596" y="977900"/>
                </a:lnTo>
                <a:lnTo>
                  <a:pt x="1272286" y="1016000"/>
                </a:lnTo>
                <a:lnTo>
                  <a:pt x="1273098" y="1016000"/>
                </a:lnTo>
                <a:lnTo>
                  <a:pt x="1255966" y="1041400"/>
                </a:lnTo>
                <a:lnTo>
                  <a:pt x="1256766" y="1041400"/>
                </a:lnTo>
                <a:lnTo>
                  <a:pt x="1239799" y="1066800"/>
                </a:lnTo>
                <a:lnTo>
                  <a:pt x="1240586" y="1066800"/>
                </a:lnTo>
                <a:lnTo>
                  <a:pt x="1223784" y="1092200"/>
                </a:lnTo>
                <a:lnTo>
                  <a:pt x="1224572" y="1092200"/>
                </a:lnTo>
                <a:lnTo>
                  <a:pt x="1207935" y="1117600"/>
                </a:lnTo>
                <a:lnTo>
                  <a:pt x="1208709" y="1117600"/>
                </a:lnTo>
                <a:lnTo>
                  <a:pt x="1192250" y="1143000"/>
                </a:lnTo>
                <a:lnTo>
                  <a:pt x="1193012" y="1143000"/>
                </a:lnTo>
                <a:lnTo>
                  <a:pt x="1176718" y="1181100"/>
                </a:lnTo>
                <a:lnTo>
                  <a:pt x="1177480" y="1181100"/>
                </a:lnTo>
                <a:lnTo>
                  <a:pt x="1161351" y="1206500"/>
                </a:lnTo>
                <a:lnTo>
                  <a:pt x="1162113" y="1206500"/>
                </a:lnTo>
                <a:lnTo>
                  <a:pt x="1146162" y="1231900"/>
                </a:lnTo>
                <a:lnTo>
                  <a:pt x="1146898" y="1231900"/>
                </a:lnTo>
                <a:lnTo>
                  <a:pt x="1131112" y="1257300"/>
                </a:lnTo>
                <a:lnTo>
                  <a:pt x="1131849" y="1257300"/>
                </a:lnTo>
                <a:lnTo>
                  <a:pt x="1116241" y="1282700"/>
                </a:lnTo>
                <a:lnTo>
                  <a:pt x="1116977" y="1282700"/>
                </a:lnTo>
                <a:lnTo>
                  <a:pt x="1101534" y="1320800"/>
                </a:lnTo>
                <a:lnTo>
                  <a:pt x="1102258" y="1320800"/>
                </a:lnTo>
                <a:lnTo>
                  <a:pt x="1086992" y="1346200"/>
                </a:lnTo>
                <a:lnTo>
                  <a:pt x="1087704" y="1346200"/>
                </a:lnTo>
                <a:lnTo>
                  <a:pt x="1072616" y="1371600"/>
                </a:lnTo>
                <a:lnTo>
                  <a:pt x="1073315" y="1371600"/>
                </a:lnTo>
                <a:lnTo>
                  <a:pt x="1058405" y="1397000"/>
                </a:lnTo>
                <a:lnTo>
                  <a:pt x="1059103" y="1397000"/>
                </a:lnTo>
                <a:lnTo>
                  <a:pt x="1049273" y="1422400"/>
                </a:lnTo>
                <a:lnTo>
                  <a:pt x="1045057" y="1422400"/>
                </a:lnTo>
                <a:lnTo>
                  <a:pt x="1030490" y="1460500"/>
                </a:lnTo>
                <a:lnTo>
                  <a:pt x="1031163" y="1460500"/>
                </a:lnTo>
                <a:lnTo>
                  <a:pt x="1016787" y="1485900"/>
                </a:lnTo>
                <a:lnTo>
                  <a:pt x="1017460" y="1485900"/>
                </a:lnTo>
                <a:lnTo>
                  <a:pt x="1003249" y="1511300"/>
                </a:lnTo>
                <a:lnTo>
                  <a:pt x="1003909" y="1511300"/>
                </a:lnTo>
                <a:lnTo>
                  <a:pt x="994553" y="1536700"/>
                </a:lnTo>
                <a:lnTo>
                  <a:pt x="990536" y="1536700"/>
                </a:lnTo>
                <a:lnTo>
                  <a:pt x="976680" y="1574800"/>
                </a:lnTo>
                <a:lnTo>
                  <a:pt x="977328" y="1574800"/>
                </a:lnTo>
                <a:lnTo>
                  <a:pt x="963650" y="1600200"/>
                </a:lnTo>
                <a:lnTo>
                  <a:pt x="964298" y="1600200"/>
                </a:lnTo>
                <a:lnTo>
                  <a:pt x="950798" y="1625600"/>
                </a:lnTo>
                <a:lnTo>
                  <a:pt x="951433" y="1625600"/>
                </a:lnTo>
                <a:lnTo>
                  <a:pt x="938123" y="1663700"/>
                </a:lnTo>
                <a:lnTo>
                  <a:pt x="938745" y="1663700"/>
                </a:lnTo>
                <a:lnTo>
                  <a:pt x="925614" y="1689100"/>
                </a:lnTo>
                <a:lnTo>
                  <a:pt x="926223" y="1689100"/>
                </a:lnTo>
                <a:lnTo>
                  <a:pt x="913282" y="1714500"/>
                </a:lnTo>
                <a:lnTo>
                  <a:pt x="913879" y="1714500"/>
                </a:lnTo>
                <a:lnTo>
                  <a:pt x="901115" y="1752600"/>
                </a:lnTo>
                <a:lnTo>
                  <a:pt x="901712" y="1752600"/>
                </a:lnTo>
                <a:lnTo>
                  <a:pt x="889139" y="1778000"/>
                </a:lnTo>
                <a:lnTo>
                  <a:pt x="889723" y="1778000"/>
                </a:lnTo>
                <a:lnTo>
                  <a:pt x="877328" y="1803400"/>
                </a:lnTo>
                <a:lnTo>
                  <a:pt x="877900" y="1803400"/>
                </a:lnTo>
                <a:lnTo>
                  <a:pt x="865695" y="1841500"/>
                </a:lnTo>
                <a:lnTo>
                  <a:pt x="866267" y="1841500"/>
                </a:lnTo>
                <a:lnTo>
                  <a:pt x="854227" y="1866900"/>
                </a:lnTo>
                <a:lnTo>
                  <a:pt x="854798" y="1866900"/>
                </a:lnTo>
                <a:lnTo>
                  <a:pt x="842949" y="1892300"/>
                </a:lnTo>
                <a:lnTo>
                  <a:pt x="843508" y="1892300"/>
                </a:lnTo>
                <a:lnTo>
                  <a:pt x="831850" y="1930400"/>
                </a:lnTo>
                <a:lnTo>
                  <a:pt x="832396" y="1930400"/>
                </a:lnTo>
                <a:lnTo>
                  <a:pt x="820928" y="1955800"/>
                </a:lnTo>
                <a:lnTo>
                  <a:pt x="821474" y="1955800"/>
                </a:lnTo>
                <a:lnTo>
                  <a:pt x="813955" y="1981200"/>
                </a:lnTo>
                <a:lnTo>
                  <a:pt x="810717" y="1981200"/>
                </a:lnTo>
                <a:lnTo>
                  <a:pt x="799630" y="2019300"/>
                </a:lnTo>
                <a:lnTo>
                  <a:pt x="800150" y="2019300"/>
                </a:lnTo>
                <a:lnTo>
                  <a:pt x="789241" y="2044700"/>
                </a:lnTo>
                <a:lnTo>
                  <a:pt x="789762" y="2044700"/>
                </a:lnTo>
                <a:lnTo>
                  <a:pt x="779043" y="2082800"/>
                </a:lnTo>
                <a:lnTo>
                  <a:pt x="779551" y="2082800"/>
                </a:lnTo>
                <a:lnTo>
                  <a:pt x="769023" y="2108200"/>
                </a:lnTo>
                <a:lnTo>
                  <a:pt x="769518" y="2108200"/>
                </a:lnTo>
                <a:lnTo>
                  <a:pt x="762634" y="2133600"/>
                </a:lnTo>
                <a:lnTo>
                  <a:pt x="759675" y="2133600"/>
                </a:lnTo>
                <a:lnTo>
                  <a:pt x="749541" y="2171700"/>
                </a:lnTo>
                <a:lnTo>
                  <a:pt x="750011" y="2171700"/>
                </a:lnTo>
                <a:lnTo>
                  <a:pt x="740067" y="2197100"/>
                </a:lnTo>
                <a:lnTo>
                  <a:pt x="740536" y="2197100"/>
                </a:lnTo>
                <a:lnTo>
                  <a:pt x="730783" y="2235200"/>
                </a:lnTo>
                <a:lnTo>
                  <a:pt x="731240" y="2235200"/>
                </a:lnTo>
                <a:lnTo>
                  <a:pt x="721690" y="2260600"/>
                </a:lnTo>
                <a:lnTo>
                  <a:pt x="722134" y="2260600"/>
                </a:lnTo>
                <a:lnTo>
                  <a:pt x="712774" y="2298700"/>
                </a:lnTo>
                <a:lnTo>
                  <a:pt x="713206" y="2298700"/>
                </a:lnTo>
                <a:lnTo>
                  <a:pt x="704049" y="2324100"/>
                </a:lnTo>
                <a:lnTo>
                  <a:pt x="704469" y="2324100"/>
                </a:lnTo>
                <a:lnTo>
                  <a:pt x="698491" y="2349500"/>
                </a:lnTo>
                <a:lnTo>
                  <a:pt x="695921" y="2349500"/>
                </a:lnTo>
                <a:lnTo>
                  <a:pt x="687158" y="2387600"/>
                </a:lnTo>
                <a:lnTo>
                  <a:pt x="687565" y="2387600"/>
                </a:lnTo>
                <a:lnTo>
                  <a:pt x="681850" y="2413000"/>
                </a:lnTo>
                <a:lnTo>
                  <a:pt x="679386" y="2413000"/>
                </a:lnTo>
                <a:lnTo>
                  <a:pt x="671017" y="2451100"/>
                </a:lnTo>
                <a:lnTo>
                  <a:pt x="671410" y="2451100"/>
                </a:lnTo>
                <a:lnTo>
                  <a:pt x="663232" y="2476500"/>
                </a:lnTo>
                <a:lnTo>
                  <a:pt x="663613" y="2476500"/>
                </a:lnTo>
                <a:lnTo>
                  <a:pt x="655637" y="2514600"/>
                </a:lnTo>
                <a:lnTo>
                  <a:pt x="656005" y="2514600"/>
                </a:lnTo>
                <a:lnTo>
                  <a:pt x="648233" y="2540000"/>
                </a:lnTo>
                <a:lnTo>
                  <a:pt x="648588" y="2540000"/>
                </a:lnTo>
                <a:lnTo>
                  <a:pt x="641019" y="2578100"/>
                </a:lnTo>
                <a:lnTo>
                  <a:pt x="641375" y="2578100"/>
                </a:lnTo>
                <a:lnTo>
                  <a:pt x="633996" y="2603500"/>
                </a:lnTo>
                <a:lnTo>
                  <a:pt x="634339" y="2603500"/>
                </a:lnTo>
                <a:lnTo>
                  <a:pt x="627176" y="2641600"/>
                </a:lnTo>
                <a:lnTo>
                  <a:pt x="627507" y="2641600"/>
                </a:lnTo>
                <a:lnTo>
                  <a:pt x="620534" y="2667000"/>
                </a:lnTo>
                <a:lnTo>
                  <a:pt x="620864" y="2667000"/>
                </a:lnTo>
                <a:lnTo>
                  <a:pt x="614095" y="2705100"/>
                </a:lnTo>
                <a:lnTo>
                  <a:pt x="614413" y="2705100"/>
                </a:lnTo>
                <a:lnTo>
                  <a:pt x="610036" y="2730500"/>
                </a:lnTo>
                <a:lnTo>
                  <a:pt x="608152" y="2730500"/>
                </a:lnTo>
                <a:lnTo>
                  <a:pt x="601802" y="2768600"/>
                </a:lnTo>
                <a:lnTo>
                  <a:pt x="602094" y="2768600"/>
                </a:lnTo>
                <a:lnTo>
                  <a:pt x="597996" y="2794000"/>
                </a:lnTo>
                <a:lnTo>
                  <a:pt x="596226" y="2794000"/>
                </a:lnTo>
                <a:lnTo>
                  <a:pt x="590296" y="2832100"/>
                </a:lnTo>
                <a:lnTo>
                  <a:pt x="590562" y="2832100"/>
                </a:lnTo>
                <a:lnTo>
                  <a:pt x="584834" y="2870200"/>
                </a:lnTo>
                <a:lnTo>
                  <a:pt x="585088" y="2870200"/>
                </a:lnTo>
                <a:lnTo>
                  <a:pt x="579564" y="2895600"/>
                </a:lnTo>
                <a:lnTo>
                  <a:pt x="579818" y="2895600"/>
                </a:lnTo>
                <a:lnTo>
                  <a:pt x="574509" y="2933700"/>
                </a:lnTo>
                <a:lnTo>
                  <a:pt x="574751" y="2933700"/>
                </a:lnTo>
                <a:lnTo>
                  <a:pt x="569645" y="2959100"/>
                </a:lnTo>
                <a:lnTo>
                  <a:pt x="569874" y="2959100"/>
                </a:lnTo>
                <a:lnTo>
                  <a:pt x="564972" y="2997200"/>
                </a:lnTo>
                <a:lnTo>
                  <a:pt x="565200" y="2997200"/>
                </a:lnTo>
                <a:lnTo>
                  <a:pt x="562076" y="3022600"/>
                </a:lnTo>
                <a:lnTo>
                  <a:pt x="560730" y="3022600"/>
                </a:lnTo>
                <a:lnTo>
                  <a:pt x="556247" y="3060700"/>
                </a:lnTo>
                <a:lnTo>
                  <a:pt x="556450" y="3060700"/>
                </a:lnTo>
                <a:lnTo>
                  <a:pt x="552183" y="3098800"/>
                </a:lnTo>
                <a:lnTo>
                  <a:pt x="552386" y="3098800"/>
                </a:lnTo>
                <a:lnTo>
                  <a:pt x="548322" y="3124200"/>
                </a:lnTo>
                <a:lnTo>
                  <a:pt x="548513" y="3124200"/>
                </a:lnTo>
                <a:lnTo>
                  <a:pt x="544677" y="3162300"/>
                </a:lnTo>
                <a:lnTo>
                  <a:pt x="544842" y="3162300"/>
                </a:lnTo>
                <a:lnTo>
                  <a:pt x="541223" y="3187700"/>
                </a:lnTo>
                <a:lnTo>
                  <a:pt x="541388" y="3187700"/>
                </a:lnTo>
                <a:lnTo>
                  <a:pt x="537972" y="3225800"/>
                </a:lnTo>
                <a:lnTo>
                  <a:pt x="538124" y="3225800"/>
                </a:lnTo>
                <a:lnTo>
                  <a:pt x="534936" y="3263900"/>
                </a:lnTo>
                <a:lnTo>
                  <a:pt x="535076" y="3263900"/>
                </a:lnTo>
                <a:lnTo>
                  <a:pt x="532091" y="3289300"/>
                </a:lnTo>
                <a:lnTo>
                  <a:pt x="532231" y="3289300"/>
                </a:lnTo>
                <a:lnTo>
                  <a:pt x="529590" y="3327400"/>
                </a:lnTo>
                <a:lnTo>
                  <a:pt x="527888" y="3352800"/>
                </a:lnTo>
                <a:lnTo>
                  <a:pt x="527151" y="3352800"/>
                </a:lnTo>
                <a:lnTo>
                  <a:pt x="524929" y="3390900"/>
                </a:lnTo>
                <a:lnTo>
                  <a:pt x="522909" y="3429000"/>
                </a:lnTo>
                <a:lnTo>
                  <a:pt x="521106" y="3454400"/>
                </a:lnTo>
                <a:lnTo>
                  <a:pt x="519506" y="3492500"/>
                </a:lnTo>
                <a:lnTo>
                  <a:pt x="518109" y="3530600"/>
                </a:lnTo>
                <a:lnTo>
                  <a:pt x="516940" y="3556000"/>
                </a:lnTo>
                <a:lnTo>
                  <a:pt x="515975" y="3594100"/>
                </a:lnTo>
                <a:lnTo>
                  <a:pt x="515213" y="3632200"/>
                </a:lnTo>
                <a:lnTo>
                  <a:pt x="514680" y="3657600"/>
                </a:lnTo>
                <a:lnTo>
                  <a:pt x="514350" y="3695700"/>
                </a:lnTo>
                <a:lnTo>
                  <a:pt x="514443" y="3771900"/>
                </a:lnTo>
                <a:lnTo>
                  <a:pt x="514654" y="3797300"/>
                </a:lnTo>
                <a:lnTo>
                  <a:pt x="515188" y="3835400"/>
                </a:lnTo>
                <a:lnTo>
                  <a:pt x="515924" y="3860800"/>
                </a:lnTo>
                <a:lnTo>
                  <a:pt x="516890" y="3898900"/>
                </a:lnTo>
                <a:lnTo>
                  <a:pt x="518058" y="3937000"/>
                </a:lnTo>
                <a:lnTo>
                  <a:pt x="519430" y="3962400"/>
                </a:lnTo>
                <a:lnTo>
                  <a:pt x="521017" y="4000500"/>
                </a:lnTo>
                <a:lnTo>
                  <a:pt x="522909" y="4038600"/>
                </a:lnTo>
                <a:lnTo>
                  <a:pt x="523489" y="4038600"/>
                </a:lnTo>
                <a:lnTo>
                  <a:pt x="524827" y="4064000"/>
                </a:lnTo>
                <a:lnTo>
                  <a:pt x="527037" y="4102100"/>
                </a:lnTo>
                <a:lnTo>
                  <a:pt x="529461" y="4127500"/>
                </a:lnTo>
                <a:lnTo>
                  <a:pt x="532231" y="4165600"/>
                </a:lnTo>
                <a:lnTo>
                  <a:pt x="532091" y="4165600"/>
                </a:lnTo>
                <a:lnTo>
                  <a:pt x="535076" y="4203700"/>
                </a:lnTo>
                <a:lnTo>
                  <a:pt x="534936" y="4203700"/>
                </a:lnTo>
                <a:lnTo>
                  <a:pt x="538124" y="4229100"/>
                </a:lnTo>
                <a:lnTo>
                  <a:pt x="537972" y="4229100"/>
                </a:lnTo>
                <a:lnTo>
                  <a:pt x="541388" y="4267200"/>
                </a:lnTo>
                <a:lnTo>
                  <a:pt x="541223" y="4267200"/>
                </a:lnTo>
                <a:lnTo>
                  <a:pt x="544842" y="4292600"/>
                </a:lnTo>
                <a:lnTo>
                  <a:pt x="544677" y="4292600"/>
                </a:lnTo>
                <a:lnTo>
                  <a:pt x="548513" y="4330700"/>
                </a:lnTo>
                <a:lnTo>
                  <a:pt x="548322" y="4330700"/>
                </a:lnTo>
                <a:lnTo>
                  <a:pt x="552386" y="4368800"/>
                </a:lnTo>
                <a:lnTo>
                  <a:pt x="552183" y="4368800"/>
                </a:lnTo>
                <a:lnTo>
                  <a:pt x="556450" y="4394200"/>
                </a:lnTo>
                <a:lnTo>
                  <a:pt x="556247" y="4394200"/>
                </a:lnTo>
                <a:lnTo>
                  <a:pt x="560730" y="4432300"/>
                </a:lnTo>
                <a:lnTo>
                  <a:pt x="560514" y="4432300"/>
                </a:lnTo>
                <a:lnTo>
                  <a:pt x="565200" y="4457700"/>
                </a:lnTo>
                <a:lnTo>
                  <a:pt x="564972" y="4457700"/>
                </a:lnTo>
                <a:lnTo>
                  <a:pt x="569874" y="4495800"/>
                </a:lnTo>
                <a:lnTo>
                  <a:pt x="569645" y="4495800"/>
                </a:lnTo>
                <a:lnTo>
                  <a:pt x="574751" y="4533900"/>
                </a:lnTo>
                <a:lnTo>
                  <a:pt x="576279" y="4533900"/>
                </a:lnTo>
                <a:lnTo>
                  <a:pt x="579818" y="4559300"/>
                </a:lnTo>
                <a:lnTo>
                  <a:pt x="579564" y="4559300"/>
                </a:lnTo>
                <a:lnTo>
                  <a:pt x="585088" y="4597400"/>
                </a:lnTo>
                <a:lnTo>
                  <a:pt x="584834" y="4597400"/>
                </a:lnTo>
                <a:lnTo>
                  <a:pt x="590562" y="4622800"/>
                </a:lnTo>
                <a:lnTo>
                  <a:pt x="590296" y="4622800"/>
                </a:lnTo>
                <a:lnTo>
                  <a:pt x="596226" y="4660900"/>
                </a:lnTo>
                <a:lnTo>
                  <a:pt x="595947" y="4660900"/>
                </a:lnTo>
                <a:lnTo>
                  <a:pt x="602094" y="4686300"/>
                </a:lnTo>
                <a:lnTo>
                  <a:pt x="601802" y="4686300"/>
                </a:lnTo>
                <a:lnTo>
                  <a:pt x="608152" y="4724400"/>
                </a:lnTo>
                <a:lnTo>
                  <a:pt x="607847" y="4724400"/>
                </a:lnTo>
                <a:lnTo>
                  <a:pt x="614413" y="4749800"/>
                </a:lnTo>
                <a:lnTo>
                  <a:pt x="614095" y="4749800"/>
                </a:lnTo>
                <a:lnTo>
                  <a:pt x="620864" y="4787900"/>
                </a:lnTo>
                <a:lnTo>
                  <a:pt x="620534" y="4787900"/>
                </a:lnTo>
                <a:lnTo>
                  <a:pt x="627507" y="4813300"/>
                </a:lnTo>
                <a:lnTo>
                  <a:pt x="627176" y="4813300"/>
                </a:lnTo>
                <a:lnTo>
                  <a:pt x="634339" y="4851400"/>
                </a:lnTo>
                <a:lnTo>
                  <a:pt x="633996" y="4851400"/>
                </a:lnTo>
                <a:lnTo>
                  <a:pt x="641375" y="4876800"/>
                </a:lnTo>
                <a:lnTo>
                  <a:pt x="641019" y="4876800"/>
                </a:lnTo>
                <a:lnTo>
                  <a:pt x="648588" y="4914900"/>
                </a:lnTo>
                <a:lnTo>
                  <a:pt x="648233" y="4914900"/>
                </a:lnTo>
                <a:lnTo>
                  <a:pt x="656005" y="4940300"/>
                </a:lnTo>
                <a:lnTo>
                  <a:pt x="655637" y="4940300"/>
                </a:lnTo>
                <a:lnTo>
                  <a:pt x="663613" y="4978400"/>
                </a:lnTo>
                <a:lnTo>
                  <a:pt x="663232" y="4978400"/>
                </a:lnTo>
                <a:lnTo>
                  <a:pt x="671410" y="5003800"/>
                </a:lnTo>
                <a:lnTo>
                  <a:pt x="671017" y="5003800"/>
                </a:lnTo>
                <a:lnTo>
                  <a:pt x="679386" y="5041900"/>
                </a:lnTo>
                <a:lnTo>
                  <a:pt x="678992" y="5041900"/>
                </a:lnTo>
                <a:lnTo>
                  <a:pt x="687565" y="5067300"/>
                </a:lnTo>
                <a:lnTo>
                  <a:pt x="687158" y="5067300"/>
                </a:lnTo>
                <a:lnTo>
                  <a:pt x="695921" y="5105400"/>
                </a:lnTo>
                <a:lnTo>
                  <a:pt x="695502" y="5105400"/>
                </a:lnTo>
                <a:lnTo>
                  <a:pt x="704469" y="5130800"/>
                </a:lnTo>
                <a:lnTo>
                  <a:pt x="704049" y="5130800"/>
                </a:lnTo>
                <a:lnTo>
                  <a:pt x="713206" y="5168900"/>
                </a:lnTo>
                <a:lnTo>
                  <a:pt x="712774" y="5168900"/>
                </a:lnTo>
                <a:lnTo>
                  <a:pt x="722134" y="5194300"/>
                </a:lnTo>
                <a:lnTo>
                  <a:pt x="721690" y="5194300"/>
                </a:lnTo>
                <a:lnTo>
                  <a:pt x="731240" y="5232400"/>
                </a:lnTo>
                <a:lnTo>
                  <a:pt x="734034" y="5232400"/>
                </a:lnTo>
                <a:lnTo>
                  <a:pt x="740536" y="5257800"/>
                </a:lnTo>
                <a:lnTo>
                  <a:pt x="740067" y="5257800"/>
                </a:lnTo>
                <a:lnTo>
                  <a:pt x="750011" y="5283200"/>
                </a:lnTo>
                <a:lnTo>
                  <a:pt x="749541" y="5283200"/>
                </a:lnTo>
                <a:lnTo>
                  <a:pt x="759675" y="5321300"/>
                </a:lnTo>
                <a:lnTo>
                  <a:pt x="759193" y="5321300"/>
                </a:lnTo>
                <a:lnTo>
                  <a:pt x="769518" y="5346700"/>
                </a:lnTo>
                <a:lnTo>
                  <a:pt x="769023" y="5346700"/>
                </a:lnTo>
                <a:lnTo>
                  <a:pt x="779551" y="5384800"/>
                </a:lnTo>
                <a:lnTo>
                  <a:pt x="782616" y="5384800"/>
                </a:lnTo>
                <a:lnTo>
                  <a:pt x="789762" y="5410200"/>
                </a:lnTo>
                <a:lnTo>
                  <a:pt x="789241" y="5410200"/>
                </a:lnTo>
                <a:lnTo>
                  <a:pt x="800150" y="5435600"/>
                </a:lnTo>
                <a:lnTo>
                  <a:pt x="799630" y="5435600"/>
                </a:lnTo>
                <a:lnTo>
                  <a:pt x="810717" y="5473700"/>
                </a:lnTo>
                <a:lnTo>
                  <a:pt x="810196" y="5473700"/>
                </a:lnTo>
                <a:lnTo>
                  <a:pt x="821474" y="5499100"/>
                </a:lnTo>
                <a:lnTo>
                  <a:pt x="820928" y="5499100"/>
                </a:lnTo>
                <a:lnTo>
                  <a:pt x="832396" y="5537200"/>
                </a:lnTo>
                <a:lnTo>
                  <a:pt x="835736" y="5537200"/>
                </a:lnTo>
                <a:lnTo>
                  <a:pt x="843508" y="5562600"/>
                </a:lnTo>
                <a:lnTo>
                  <a:pt x="842949" y="5562600"/>
                </a:lnTo>
                <a:lnTo>
                  <a:pt x="854798" y="5588000"/>
                </a:lnTo>
                <a:lnTo>
                  <a:pt x="854227" y="5588000"/>
                </a:lnTo>
                <a:lnTo>
                  <a:pt x="866267" y="5626100"/>
                </a:lnTo>
                <a:lnTo>
                  <a:pt x="869763" y="5626100"/>
                </a:lnTo>
                <a:lnTo>
                  <a:pt x="877900" y="5651500"/>
                </a:lnTo>
                <a:lnTo>
                  <a:pt x="877328" y="5651500"/>
                </a:lnTo>
                <a:lnTo>
                  <a:pt x="889723" y="5676900"/>
                </a:lnTo>
                <a:lnTo>
                  <a:pt x="889139" y="5676900"/>
                </a:lnTo>
                <a:lnTo>
                  <a:pt x="901712" y="5715000"/>
                </a:lnTo>
                <a:lnTo>
                  <a:pt x="901115" y="5715000"/>
                </a:lnTo>
                <a:lnTo>
                  <a:pt x="913879" y="5740400"/>
                </a:lnTo>
                <a:lnTo>
                  <a:pt x="913282" y="5740400"/>
                </a:lnTo>
                <a:lnTo>
                  <a:pt x="926223" y="5765800"/>
                </a:lnTo>
                <a:lnTo>
                  <a:pt x="925614" y="5765800"/>
                </a:lnTo>
                <a:lnTo>
                  <a:pt x="938745" y="5803900"/>
                </a:lnTo>
                <a:lnTo>
                  <a:pt x="942560" y="5803900"/>
                </a:lnTo>
                <a:lnTo>
                  <a:pt x="951433" y="5829300"/>
                </a:lnTo>
                <a:lnTo>
                  <a:pt x="950798" y="5829300"/>
                </a:lnTo>
                <a:lnTo>
                  <a:pt x="964298" y="5854700"/>
                </a:lnTo>
                <a:lnTo>
                  <a:pt x="963650" y="5854700"/>
                </a:lnTo>
                <a:lnTo>
                  <a:pt x="977328" y="5880100"/>
                </a:lnTo>
                <a:lnTo>
                  <a:pt x="976680" y="5880100"/>
                </a:lnTo>
                <a:lnTo>
                  <a:pt x="990536" y="5918200"/>
                </a:lnTo>
                <a:lnTo>
                  <a:pt x="989876" y="5918200"/>
                </a:lnTo>
                <a:lnTo>
                  <a:pt x="1003909" y="5943600"/>
                </a:lnTo>
                <a:lnTo>
                  <a:pt x="1003249" y="5943600"/>
                </a:lnTo>
                <a:lnTo>
                  <a:pt x="1017460" y="5969000"/>
                </a:lnTo>
                <a:lnTo>
                  <a:pt x="1016787" y="5969000"/>
                </a:lnTo>
                <a:lnTo>
                  <a:pt x="1031163" y="6007100"/>
                </a:lnTo>
                <a:lnTo>
                  <a:pt x="1035346" y="6007100"/>
                </a:lnTo>
                <a:lnTo>
                  <a:pt x="1045057" y="6032500"/>
                </a:lnTo>
                <a:lnTo>
                  <a:pt x="1044359" y="6032500"/>
                </a:lnTo>
                <a:lnTo>
                  <a:pt x="1059103" y="6057900"/>
                </a:lnTo>
                <a:lnTo>
                  <a:pt x="1058405" y="6057900"/>
                </a:lnTo>
                <a:lnTo>
                  <a:pt x="1073315" y="6083300"/>
                </a:lnTo>
                <a:lnTo>
                  <a:pt x="1072616" y="6083300"/>
                </a:lnTo>
                <a:lnTo>
                  <a:pt x="1087704" y="6108700"/>
                </a:lnTo>
                <a:lnTo>
                  <a:pt x="1086992" y="6108700"/>
                </a:lnTo>
                <a:lnTo>
                  <a:pt x="1102258" y="6146800"/>
                </a:lnTo>
                <a:lnTo>
                  <a:pt x="1101534" y="6146800"/>
                </a:lnTo>
                <a:lnTo>
                  <a:pt x="1116977" y="6172200"/>
                </a:lnTo>
                <a:lnTo>
                  <a:pt x="1116241" y="6172200"/>
                </a:lnTo>
                <a:lnTo>
                  <a:pt x="1131849" y="6197600"/>
                </a:lnTo>
                <a:lnTo>
                  <a:pt x="1131112" y="6197600"/>
                </a:lnTo>
                <a:lnTo>
                  <a:pt x="1146898" y="6223000"/>
                </a:lnTo>
                <a:lnTo>
                  <a:pt x="1146162" y="6223000"/>
                </a:lnTo>
                <a:lnTo>
                  <a:pt x="1162113" y="6248400"/>
                </a:lnTo>
                <a:lnTo>
                  <a:pt x="1161351" y="6248400"/>
                </a:lnTo>
                <a:lnTo>
                  <a:pt x="1177480" y="6286500"/>
                </a:lnTo>
                <a:lnTo>
                  <a:pt x="1176718" y="6286500"/>
                </a:lnTo>
                <a:lnTo>
                  <a:pt x="1193012" y="6311900"/>
                </a:lnTo>
                <a:lnTo>
                  <a:pt x="1192250" y="6311900"/>
                </a:lnTo>
                <a:lnTo>
                  <a:pt x="1208709" y="6337300"/>
                </a:lnTo>
                <a:lnTo>
                  <a:pt x="1207935" y="6337300"/>
                </a:lnTo>
                <a:lnTo>
                  <a:pt x="1224572" y="6362700"/>
                </a:lnTo>
                <a:lnTo>
                  <a:pt x="1223784" y="6362700"/>
                </a:lnTo>
                <a:lnTo>
                  <a:pt x="1240586" y="6388100"/>
                </a:lnTo>
                <a:lnTo>
                  <a:pt x="1239799" y="6388100"/>
                </a:lnTo>
                <a:lnTo>
                  <a:pt x="1256766" y="6413500"/>
                </a:lnTo>
                <a:lnTo>
                  <a:pt x="1255966" y="6413500"/>
                </a:lnTo>
                <a:lnTo>
                  <a:pt x="1273098" y="6451600"/>
                </a:lnTo>
                <a:lnTo>
                  <a:pt x="1278056" y="6451600"/>
                </a:lnTo>
                <a:lnTo>
                  <a:pt x="1289596" y="6477000"/>
                </a:lnTo>
                <a:lnTo>
                  <a:pt x="1288783" y="6477000"/>
                </a:lnTo>
                <a:lnTo>
                  <a:pt x="1306245" y="6502400"/>
                </a:lnTo>
                <a:lnTo>
                  <a:pt x="1305420" y="6502400"/>
                </a:lnTo>
                <a:lnTo>
                  <a:pt x="1323047" y="6527800"/>
                </a:lnTo>
                <a:lnTo>
                  <a:pt x="1322222" y="6527800"/>
                </a:lnTo>
                <a:lnTo>
                  <a:pt x="1340015" y="6553200"/>
                </a:lnTo>
                <a:lnTo>
                  <a:pt x="1339189" y="6553200"/>
                </a:lnTo>
                <a:lnTo>
                  <a:pt x="1357134" y="6578600"/>
                </a:lnTo>
                <a:lnTo>
                  <a:pt x="1356296" y="6578600"/>
                </a:lnTo>
                <a:lnTo>
                  <a:pt x="1374394" y="6604000"/>
                </a:lnTo>
                <a:lnTo>
                  <a:pt x="1374394" y="7454900"/>
                </a:lnTo>
                <a:close/>
              </a:path>
              <a:path w="1374775" h="7454900">
                <a:moveTo>
                  <a:pt x="1288783" y="990600"/>
                </a:moveTo>
                <a:lnTo>
                  <a:pt x="1289596" y="977900"/>
                </a:lnTo>
                <a:lnTo>
                  <a:pt x="1294604" y="977900"/>
                </a:lnTo>
                <a:lnTo>
                  <a:pt x="1288783" y="990600"/>
                </a:lnTo>
                <a:close/>
              </a:path>
              <a:path w="1374775" h="7454900">
                <a:moveTo>
                  <a:pt x="1044359" y="1435100"/>
                </a:moveTo>
                <a:lnTo>
                  <a:pt x="1045057" y="1422400"/>
                </a:lnTo>
                <a:lnTo>
                  <a:pt x="1049273" y="1422400"/>
                </a:lnTo>
                <a:lnTo>
                  <a:pt x="1044359" y="1435100"/>
                </a:lnTo>
                <a:close/>
              </a:path>
              <a:path w="1374775" h="7454900">
                <a:moveTo>
                  <a:pt x="989876" y="1549400"/>
                </a:moveTo>
                <a:lnTo>
                  <a:pt x="990536" y="1536700"/>
                </a:lnTo>
                <a:lnTo>
                  <a:pt x="994553" y="1536700"/>
                </a:lnTo>
                <a:lnTo>
                  <a:pt x="989876" y="1549400"/>
                </a:lnTo>
                <a:close/>
              </a:path>
              <a:path w="1374775" h="7454900">
                <a:moveTo>
                  <a:pt x="810196" y="1993900"/>
                </a:moveTo>
                <a:lnTo>
                  <a:pt x="810717" y="1981200"/>
                </a:lnTo>
                <a:lnTo>
                  <a:pt x="813955" y="1981200"/>
                </a:lnTo>
                <a:lnTo>
                  <a:pt x="810196" y="1993900"/>
                </a:lnTo>
                <a:close/>
              </a:path>
              <a:path w="1374775" h="7454900">
                <a:moveTo>
                  <a:pt x="759193" y="2146300"/>
                </a:moveTo>
                <a:lnTo>
                  <a:pt x="759675" y="2133600"/>
                </a:lnTo>
                <a:lnTo>
                  <a:pt x="762634" y="2133600"/>
                </a:lnTo>
                <a:lnTo>
                  <a:pt x="759193" y="2146300"/>
                </a:lnTo>
                <a:close/>
              </a:path>
              <a:path w="1374775" h="7454900">
                <a:moveTo>
                  <a:pt x="695502" y="2362200"/>
                </a:moveTo>
                <a:lnTo>
                  <a:pt x="695921" y="2349500"/>
                </a:lnTo>
                <a:lnTo>
                  <a:pt x="698491" y="2349500"/>
                </a:lnTo>
                <a:lnTo>
                  <a:pt x="695502" y="2362200"/>
                </a:lnTo>
                <a:close/>
              </a:path>
              <a:path w="1374775" h="7454900">
                <a:moveTo>
                  <a:pt x="678992" y="2425700"/>
                </a:moveTo>
                <a:lnTo>
                  <a:pt x="679386" y="2413000"/>
                </a:lnTo>
                <a:lnTo>
                  <a:pt x="681850" y="2413000"/>
                </a:lnTo>
                <a:lnTo>
                  <a:pt x="678992" y="2425700"/>
                </a:lnTo>
                <a:close/>
              </a:path>
              <a:path w="1374775" h="7454900">
                <a:moveTo>
                  <a:pt x="607847" y="2743200"/>
                </a:moveTo>
                <a:lnTo>
                  <a:pt x="608152" y="2730500"/>
                </a:lnTo>
                <a:lnTo>
                  <a:pt x="610036" y="2730500"/>
                </a:lnTo>
                <a:lnTo>
                  <a:pt x="607847" y="2743200"/>
                </a:lnTo>
                <a:close/>
              </a:path>
              <a:path w="1374775" h="7454900">
                <a:moveTo>
                  <a:pt x="595947" y="2806700"/>
                </a:moveTo>
                <a:lnTo>
                  <a:pt x="596226" y="2794000"/>
                </a:lnTo>
                <a:lnTo>
                  <a:pt x="597996" y="2794000"/>
                </a:lnTo>
                <a:lnTo>
                  <a:pt x="595947" y="2806700"/>
                </a:lnTo>
                <a:close/>
              </a:path>
              <a:path w="1374775" h="7454900">
                <a:moveTo>
                  <a:pt x="560514" y="3035300"/>
                </a:moveTo>
                <a:lnTo>
                  <a:pt x="560730" y="3022600"/>
                </a:lnTo>
                <a:lnTo>
                  <a:pt x="562076" y="3022600"/>
                </a:lnTo>
                <a:lnTo>
                  <a:pt x="560514" y="3035300"/>
                </a:lnTo>
                <a:close/>
              </a:path>
              <a:path w="1374775" h="7454900">
                <a:moveTo>
                  <a:pt x="527037" y="3365500"/>
                </a:moveTo>
                <a:lnTo>
                  <a:pt x="527151" y="3352800"/>
                </a:lnTo>
                <a:lnTo>
                  <a:pt x="527888" y="3352800"/>
                </a:lnTo>
                <a:lnTo>
                  <a:pt x="527037" y="3365500"/>
                </a:lnTo>
                <a:close/>
              </a:path>
              <a:path w="1374775" h="7454900">
                <a:moveTo>
                  <a:pt x="523489" y="4038600"/>
                </a:moveTo>
                <a:lnTo>
                  <a:pt x="522909" y="4038600"/>
                </a:lnTo>
                <a:lnTo>
                  <a:pt x="522820" y="4025900"/>
                </a:lnTo>
                <a:lnTo>
                  <a:pt x="523489" y="4038600"/>
                </a:lnTo>
                <a:close/>
              </a:path>
              <a:path w="1374775" h="7454900">
                <a:moveTo>
                  <a:pt x="576279" y="4533900"/>
                </a:moveTo>
                <a:lnTo>
                  <a:pt x="574751" y="4533900"/>
                </a:lnTo>
                <a:lnTo>
                  <a:pt x="574509" y="4521200"/>
                </a:lnTo>
                <a:lnTo>
                  <a:pt x="576279" y="4533900"/>
                </a:lnTo>
                <a:close/>
              </a:path>
              <a:path w="1374775" h="7454900">
                <a:moveTo>
                  <a:pt x="734034" y="5232400"/>
                </a:moveTo>
                <a:lnTo>
                  <a:pt x="731240" y="5232400"/>
                </a:lnTo>
                <a:lnTo>
                  <a:pt x="730783" y="5219700"/>
                </a:lnTo>
                <a:lnTo>
                  <a:pt x="734034" y="5232400"/>
                </a:lnTo>
                <a:close/>
              </a:path>
              <a:path w="1374775" h="7454900">
                <a:moveTo>
                  <a:pt x="782616" y="5384800"/>
                </a:moveTo>
                <a:lnTo>
                  <a:pt x="779551" y="5384800"/>
                </a:lnTo>
                <a:lnTo>
                  <a:pt x="779043" y="5372100"/>
                </a:lnTo>
                <a:lnTo>
                  <a:pt x="782616" y="5384800"/>
                </a:lnTo>
                <a:close/>
              </a:path>
              <a:path w="1374775" h="7454900">
                <a:moveTo>
                  <a:pt x="835736" y="5537200"/>
                </a:moveTo>
                <a:lnTo>
                  <a:pt x="832396" y="5537200"/>
                </a:lnTo>
                <a:lnTo>
                  <a:pt x="831850" y="5524500"/>
                </a:lnTo>
                <a:lnTo>
                  <a:pt x="835736" y="5537200"/>
                </a:lnTo>
                <a:close/>
              </a:path>
              <a:path w="1374775" h="7454900">
                <a:moveTo>
                  <a:pt x="869763" y="5626100"/>
                </a:moveTo>
                <a:lnTo>
                  <a:pt x="866267" y="5626100"/>
                </a:lnTo>
                <a:lnTo>
                  <a:pt x="865695" y="5613400"/>
                </a:lnTo>
                <a:lnTo>
                  <a:pt x="869763" y="5626100"/>
                </a:lnTo>
                <a:close/>
              </a:path>
              <a:path w="1374775" h="7454900">
                <a:moveTo>
                  <a:pt x="942560" y="5803900"/>
                </a:moveTo>
                <a:lnTo>
                  <a:pt x="938745" y="5803900"/>
                </a:lnTo>
                <a:lnTo>
                  <a:pt x="938123" y="5791200"/>
                </a:lnTo>
                <a:lnTo>
                  <a:pt x="942560" y="5803900"/>
                </a:lnTo>
                <a:close/>
              </a:path>
              <a:path w="1374775" h="7454900">
                <a:moveTo>
                  <a:pt x="1035346" y="6007100"/>
                </a:moveTo>
                <a:lnTo>
                  <a:pt x="1031163" y="6007100"/>
                </a:lnTo>
                <a:lnTo>
                  <a:pt x="1030490" y="5994400"/>
                </a:lnTo>
                <a:lnTo>
                  <a:pt x="1035346" y="6007100"/>
                </a:lnTo>
                <a:close/>
              </a:path>
              <a:path w="1374775" h="7454900">
                <a:moveTo>
                  <a:pt x="1278056" y="6451600"/>
                </a:moveTo>
                <a:lnTo>
                  <a:pt x="1273098" y="6451600"/>
                </a:lnTo>
                <a:lnTo>
                  <a:pt x="1272286" y="6438900"/>
                </a:lnTo>
                <a:lnTo>
                  <a:pt x="1278056" y="6451600"/>
                </a:lnTo>
                <a:close/>
              </a:path>
            </a:pathLst>
          </a:custGeom>
          <a:solidFill>
            <a:srgbClr val="FC611F">
              <a:alpha val="11799"/>
            </a:srgbClr>
          </a:solidFill>
        </p:spPr>
        <p:txBody>
          <a:bodyPr wrap="square" lIns="0" tIns="0" rIns="0" bIns="0" rtlCol="0"/>
          <a:lstStyle/>
          <a:p>
            <a:endParaRPr/>
          </a:p>
        </p:txBody>
      </p:sp>
      <p:sp>
        <p:nvSpPr>
          <p:cNvPr id="13" name="object 13" descr="$PPTXTitle"/>
          <p:cNvSpPr txBox="1">
            <a:spLocks noGrp="1"/>
          </p:cNvSpPr>
          <p:nvPr>
            <p:ph type="title"/>
          </p:nvPr>
        </p:nvSpPr>
        <p:spPr>
          <a:prstGeom prst="rect">
            <a:avLst/>
          </a:prstGeom>
        </p:spPr>
        <p:txBody>
          <a:bodyPr vert="horz" wrap="square" lIns="0" tIns="65113" rIns="0" bIns="0" rtlCol="0">
            <a:spAutoFit/>
          </a:bodyPr>
          <a:lstStyle/>
          <a:p>
            <a:pPr marL="12700">
              <a:lnSpc>
                <a:spcPct val="100000"/>
              </a:lnSpc>
              <a:spcBef>
                <a:spcPts val="100"/>
              </a:spcBef>
            </a:pPr>
            <a:r>
              <a:rPr spc="-45" dirty="0"/>
              <a:t>IMPLEMENTATION</a:t>
            </a:r>
            <a:r>
              <a:rPr spc="-215" dirty="0"/>
              <a:t> </a:t>
            </a:r>
            <a:r>
              <a:rPr spc="-10" dirty="0"/>
              <a:t>SCREENSHOTS</a:t>
            </a:r>
          </a:p>
        </p:txBody>
      </p:sp>
      <p:pic>
        <p:nvPicPr>
          <p:cNvPr id="18" name="Picture 17" descr="The image displays a MySQL command line interface showing a list of databases, a selected database 'campus_events', and a table 'events' with error in the query.&#10;&#10;AI-generated content may be incorrect.">
            <a:extLst>
              <a:ext uri="{FF2B5EF4-FFF2-40B4-BE49-F238E27FC236}">
                <a16:creationId xmlns:a16="http://schemas.microsoft.com/office/drawing/2014/main" id="{3511C401-68D8-251B-34FB-E80AB4C40F5C}"/>
              </a:ext>
            </a:extLst>
          </p:cNvPr>
          <p:cNvPicPr>
            <a:picLocks noChangeAspect="1"/>
          </p:cNvPicPr>
          <p:nvPr/>
        </p:nvPicPr>
        <p:blipFill>
          <a:blip r:embed="rId6"/>
          <a:stretch>
            <a:fillRect/>
          </a:stretch>
        </p:blipFill>
        <p:spPr>
          <a:xfrm>
            <a:off x="1974482" y="1555693"/>
            <a:ext cx="14339035" cy="71756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5583" y="7321524"/>
            <a:ext cx="992505" cy="992505"/>
          </a:xfrm>
          <a:custGeom>
            <a:avLst/>
            <a:gdLst/>
            <a:ahLst/>
            <a:cxnLst/>
            <a:rect l="l" t="t" r="r" b="b"/>
            <a:pathLst>
              <a:path w="992505" h="992504">
                <a:moveTo>
                  <a:pt x="496239" y="992466"/>
                </a:moveTo>
                <a:lnTo>
                  <a:pt x="448448" y="990195"/>
                </a:lnTo>
                <a:lnTo>
                  <a:pt x="401942" y="983518"/>
                </a:lnTo>
                <a:lnTo>
                  <a:pt x="356929" y="972645"/>
                </a:lnTo>
                <a:lnTo>
                  <a:pt x="313618" y="957784"/>
                </a:lnTo>
                <a:lnTo>
                  <a:pt x="272216" y="939141"/>
                </a:lnTo>
                <a:lnTo>
                  <a:pt x="232930" y="916926"/>
                </a:lnTo>
                <a:lnTo>
                  <a:pt x="195970" y="891346"/>
                </a:lnTo>
                <a:lnTo>
                  <a:pt x="161543" y="862609"/>
                </a:lnTo>
                <a:lnTo>
                  <a:pt x="129857" y="830923"/>
                </a:lnTo>
                <a:lnTo>
                  <a:pt x="101120" y="796496"/>
                </a:lnTo>
                <a:lnTo>
                  <a:pt x="75540" y="759535"/>
                </a:lnTo>
                <a:lnTo>
                  <a:pt x="53325" y="720250"/>
                </a:lnTo>
                <a:lnTo>
                  <a:pt x="34682" y="678848"/>
                </a:lnTo>
                <a:lnTo>
                  <a:pt x="19820" y="635537"/>
                </a:lnTo>
                <a:lnTo>
                  <a:pt x="8947" y="590524"/>
                </a:lnTo>
                <a:lnTo>
                  <a:pt x="2271" y="544018"/>
                </a:lnTo>
                <a:lnTo>
                  <a:pt x="0" y="496227"/>
                </a:lnTo>
                <a:lnTo>
                  <a:pt x="2271" y="448437"/>
                </a:lnTo>
                <a:lnTo>
                  <a:pt x="8947" y="401933"/>
                </a:lnTo>
                <a:lnTo>
                  <a:pt x="19820" y="356922"/>
                </a:lnTo>
                <a:lnTo>
                  <a:pt x="34682" y="313612"/>
                </a:lnTo>
                <a:lnTo>
                  <a:pt x="53325" y="272211"/>
                </a:lnTo>
                <a:lnTo>
                  <a:pt x="75540" y="232927"/>
                </a:lnTo>
                <a:lnTo>
                  <a:pt x="101120" y="195968"/>
                </a:lnTo>
                <a:lnTo>
                  <a:pt x="129857" y="161541"/>
                </a:lnTo>
                <a:lnTo>
                  <a:pt x="161543" y="129856"/>
                </a:lnTo>
                <a:lnTo>
                  <a:pt x="195970" y="101119"/>
                </a:lnTo>
                <a:lnTo>
                  <a:pt x="232930" y="75539"/>
                </a:lnTo>
                <a:lnTo>
                  <a:pt x="272216" y="53324"/>
                </a:lnTo>
                <a:lnTo>
                  <a:pt x="313618" y="34682"/>
                </a:lnTo>
                <a:lnTo>
                  <a:pt x="356929" y="19820"/>
                </a:lnTo>
                <a:lnTo>
                  <a:pt x="401942" y="8947"/>
                </a:lnTo>
                <a:lnTo>
                  <a:pt x="448448" y="2271"/>
                </a:lnTo>
                <a:lnTo>
                  <a:pt x="496239" y="0"/>
                </a:lnTo>
                <a:lnTo>
                  <a:pt x="544028" y="2271"/>
                </a:lnTo>
                <a:lnTo>
                  <a:pt x="590533" y="8947"/>
                </a:lnTo>
                <a:lnTo>
                  <a:pt x="635544" y="19820"/>
                </a:lnTo>
                <a:lnTo>
                  <a:pt x="678854" y="34682"/>
                </a:lnTo>
                <a:lnTo>
                  <a:pt x="720255" y="53324"/>
                </a:lnTo>
                <a:lnTo>
                  <a:pt x="759539" y="75539"/>
                </a:lnTo>
                <a:lnTo>
                  <a:pt x="796498" y="101119"/>
                </a:lnTo>
                <a:lnTo>
                  <a:pt x="830924" y="129856"/>
                </a:lnTo>
                <a:lnTo>
                  <a:pt x="862610" y="161541"/>
                </a:lnTo>
                <a:lnTo>
                  <a:pt x="891347" y="195968"/>
                </a:lnTo>
                <a:lnTo>
                  <a:pt x="916927" y="232927"/>
                </a:lnTo>
                <a:lnTo>
                  <a:pt x="939142" y="272211"/>
                </a:lnTo>
                <a:lnTo>
                  <a:pt x="957784" y="313612"/>
                </a:lnTo>
                <a:lnTo>
                  <a:pt x="972646" y="356922"/>
                </a:lnTo>
                <a:lnTo>
                  <a:pt x="983518" y="401933"/>
                </a:lnTo>
                <a:lnTo>
                  <a:pt x="990195" y="448437"/>
                </a:lnTo>
                <a:lnTo>
                  <a:pt x="992466" y="496227"/>
                </a:lnTo>
                <a:lnTo>
                  <a:pt x="990195" y="544018"/>
                </a:lnTo>
                <a:lnTo>
                  <a:pt x="983518" y="590524"/>
                </a:lnTo>
                <a:lnTo>
                  <a:pt x="972646" y="635537"/>
                </a:lnTo>
                <a:lnTo>
                  <a:pt x="957784" y="678848"/>
                </a:lnTo>
                <a:lnTo>
                  <a:pt x="939142" y="720250"/>
                </a:lnTo>
                <a:lnTo>
                  <a:pt x="916927" y="759535"/>
                </a:lnTo>
                <a:lnTo>
                  <a:pt x="891347" y="796496"/>
                </a:lnTo>
                <a:lnTo>
                  <a:pt x="862610" y="830923"/>
                </a:lnTo>
                <a:lnTo>
                  <a:pt x="830924" y="862609"/>
                </a:lnTo>
                <a:lnTo>
                  <a:pt x="796498" y="891346"/>
                </a:lnTo>
                <a:lnTo>
                  <a:pt x="759539" y="916926"/>
                </a:lnTo>
                <a:lnTo>
                  <a:pt x="720255" y="939141"/>
                </a:lnTo>
                <a:lnTo>
                  <a:pt x="678854" y="957784"/>
                </a:lnTo>
                <a:lnTo>
                  <a:pt x="635544" y="972645"/>
                </a:lnTo>
                <a:lnTo>
                  <a:pt x="590533" y="983518"/>
                </a:lnTo>
                <a:lnTo>
                  <a:pt x="544028" y="990195"/>
                </a:lnTo>
                <a:lnTo>
                  <a:pt x="496239" y="992466"/>
                </a:lnTo>
                <a:close/>
              </a:path>
            </a:pathLst>
          </a:custGeom>
          <a:solidFill>
            <a:srgbClr val="FC611F"/>
          </a:solidFill>
        </p:spPr>
        <p:txBody>
          <a:bodyPr wrap="square" lIns="0" tIns="0" rIns="0" bIns="0" rtlCol="0"/>
          <a:lstStyle/>
          <a:p>
            <a:endParaRPr/>
          </a:p>
        </p:txBody>
      </p:sp>
      <p:sp>
        <p:nvSpPr>
          <p:cNvPr id="3" name="object 3"/>
          <p:cNvSpPr txBox="1"/>
          <p:nvPr/>
        </p:nvSpPr>
        <p:spPr>
          <a:xfrm>
            <a:off x="1108036" y="7572756"/>
            <a:ext cx="247650" cy="436880"/>
          </a:xfrm>
          <a:prstGeom prst="rect">
            <a:avLst/>
          </a:prstGeom>
        </p:spPr>
        <p:txBody>
          <a:bodyPr vert="horz" wrap="square" lIns="0" tIns="12700" rIns="0" bIns="0" rtlCol="0">
            <a:spAutoFit/>
          </a:bodyPr>
          <a:lstStyle/>
          <a:p>
            <a:pPr marL="12700">
              <a:lnSpc>
                <a:spcPct val="100000"/>
              </a:lnSpc>
              <a:spcBef>
                <a:spcPts val="100"/>
              </a:spcBef>
            </a:pPr>
            <a:r>
              <a:rPr sz="2700" spc="215" dirty="0">
                <a:solidFill>
                  <a:srgbClr val="FFFDFD"/>
                </a:solidFill>
                <a:latin typeface="Tahoma"/>
                <a:cs typeface="Tahoma"/>
              </a:rPr>
              <a:t>9</a:t>
            </a:r>
            <a:endParaRPr sz="2700">
              <a:latin typeface="Tahoma"/>
              <a:cs typeface="Tahoma"/>
            </a:endParaRPr>
          </a:p>
        </p:txBody>
      </p:sp>
      <p:pic>
        <p:nvPicPr>
          <p:cNvPr id="4" name="object 4"/>
          <p:cNvPicPr/>
          <p:nvPr/>
        </p:nvPicPr>
        <p:blipFill>
          <a:blip r:embed="rId2" cstate="print"/>
          <a:stretch>
            <a:fillRect/>
          </a:stretch>
        </p:blipFill>
        <p:spPr>
          <a:xfrm>
            <a:off x="973061" y="3310978"/>
            <a:ext cx="517512" cy="552450"/>
          </a:xfrm>
          <a:prstGeom prst="rect">
            <a:avLst/>
          </a:prstGeom>
        </p:spPr>
      </p:pic>
      <p:sp>
        <p:nvSpPr>
          <p:cNvPr id="5" name="object 5"/>
          <p:cNvSpPr txBox="1"/>
          <p:nvPr/>
        </p:nvSpPr>
        <p:spPr>
          <a:xfrm>
            <a:off x="1153020" y="3440938"/>
            <a:ext cx="158750" cy="285750"/>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3</a:t>
            </a:r>
            <a:endParaRPr sz="1700">
              <a:latin typeface="Tahoma"/>
              <a:cs typeface="Tahoma"/>
            </a:endParaRPr>
          </a:p>
        </p:txBody>
      </p:sp>
      <p:pic>
        <p:nvPicPr>
          <p:cNvPr id="6" name="object 6"/>
          <p:cNvPicPr/>
          <p:nvPr/>
        </p:nvPicPr>
        <p:blipFill>
          <a:blip r:embed="rId3" cstate="print"/>
          <a:stretch>
            <a:fillRect/>
          </a:stretch>
        </p:blipFill>
        <p:spPr>
          <a:xfrm>
            <a:off x="973061" y="1977580"/>
            <a:ext cx="517512" cy="552450"/>
          </a:xfrm>
          <a:prstGeom prst="rect">
            <a:avLst/>
          </a:prstGeom>
        </p:spPr>
      </p:pic>
      <p:sp>
        <p:nvSpPr>
          <p:cNvPr id="7" name="object 7"/>
          <p:cNvSpPr txBox="1"/>
          <p:nvPr/>
        </p:nvSpPr>
        <p:spPr>
          <a:xfrm>
            <a:off x="1180325" y="2107539"/>
            <a:ext cx="103505" cy="285750"/>
          </a:xfrm>
          <a:prstGeom prst="rect">
            <a:avLst/>
          </a:prstGeom>
        </p:spPr>
        <p:txBody>
          <a:bodyPr vert="horz" wrap="square" lIns="0" tIns="13335" rIns="0" bIns="0" rtlCol="0">
            <a:spAutoFit/>
          </a:bodyPr>
          <a:lstStyle/>
          <a:p>
            <a:pPr marL="12700">
              <a:lnSpc>
                <a:spcPct val="100000"/>
              </a:lnSpc>
              <a:spcBef>
                <a:spcPts val="105"/>
              </a:spcBef>
            </a:pPr>
            <a:r>
              <a:rPr sz="1700" spc="-375" dirty="0">
                <a:solidFill>
                  <a:srgbClr val="181818"/>
                </a:solidFill>
                <a:latin typeface="Tahoma"/>
                <a:cs typeface="Tahoma"/>
              </a:rPr>
              <a:t>1</a:t>
            </a:r>
            <a:endParaRPr sz="1700">
              <a:latin typeface="Tahoma"/>
              <a:cs typeface="Tahoma"/>
            </a:endParaRPr>
          </a:p>
        </p:txBody>
      </p:sp>
      <p:pic>
        <p:nvPicPr>
          <p:cNvPr id="8" name="object 8"/>
          <p:cNvPicPr/>
          <p:nvPr/>
        </p:nvPicPr>
        <p:blipFill>
          <a:blip r:embed="rId2" cstate="print"/>
          <a:stretch>
            <a:fillRect/>
          </a:stretch>
        </p:blipFill>
        <p:spPr>
          <a:xfrm>
            <a:off x="973061" y="3978605"/>
            <a:ext cx="517512" cy="552450"/>
          </a:xfrm>
          <a:prstGeom prst="rect">
            <a:avLst/>
          </a:prstGeom>
        </p:spPr>
      </p:pic>
      <p:sp>
        <p:nvSpPr>
          <p:cNvPr id="9" name="object 9"/>
          <p:cNvSpPr txBox="1"/>
          <p:nvPr/>
        </p:nvSpPr>
        <p:spPr>
          <a:xfrm>
            <a:off x="1146670" y="4108564"/>
            <a:ext cx="170815" cy="285750"/>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pic>
        <p:nvPicPr>
          <p:cNvPr id="10" name="object 10"/>
          <p:cNvPicPr/>
          <p:nvPr/>
        </p:nvPicPr>
        <p:blipFill>
          <a:blip r:embed="rId4" cstate="print"/>
          <a:stretch>
            <a:fillRect/>
          </a:stretch>
        </p:blipFill>
        <p:spPr>
          <a:xfrm>
            <a:off x="973061" y="2643352"/>
            <a:ext cx="517512" cy="552450"/>
          </a:xfrm>
          <a:prstGeom prst="rect">
            <a:avLst/>
          </a:prstGeom>
        </p:spPr>
      </p:pic>
      <p:sp>
        <p:nvSpPr>
          <p:cNvPr id="11" name="object 11"/>
          <p:cNvSpPr txBox="1"/>
          <p:nvPr/>
        </p:nvSpPr>
        <p:spPr>
          <a:xfrm>
            <a:off x="1154290" y="2773298"/>
            <a:ext cx="155575" cy="285750"/>
          </a:xfrm>
          <a:prstGeom prst="rect">
            <a:avLst/>
          </a:prstGeom>
        </p:spPr>
        <p:txBody>
          <a:bodyPr vert="horz" wrap="square" lIns="0" tIns="13335" rIns="0" bIns="0" rtlCol="0">
            <a:spAutoFit/>
          </a:bodyPr>
          <a:lstStyle/>
          <a:p>
            <a:pPr marL="12700">
              <a:lnSpc>
                <a:spcPct val="100000"/>
              </a:lnSpc>
              <a:spcBef>
                <a:spcPts val="105"/>
              </a:spcBef>
            </a:pPr>
            <a:r>
              <a:rPr sz="1700" spc="40" dirty="0">
                <a:solidFill>
                  <a:srgbClr val="181818"/>
                </a:solidFill>
                <a:latin typeface="Tahoma"/>
                <a:cs typeface="Tahoma"/>
              </a:rPr>
              <a:t>2</a:t>
            </a:r>
            <a:endParaRPr sz="1700">
              <a:latin typeface="Tahoma"/>
              <a:cs typeface="Tahoma"/>
            </a:endParaRPr>
          </a:p>
        </p:txBody>
      </p:sp>
      <p:pic>
        <p:nvPicPr>
          <p:cNvPr id="12" name="object 12"/>
          <p:cNvPicPr/>
          <p:nvPr/>
        </p:nvPicPr>
        <p:blipFill>
          <a:blip r:embed="rId2" cstate="print"/>
          <a:stretch>
            <a:fillRect/>
          </a:stretch>
        </p:blipFill>
        <p:spPr>
          <a:xfrm>
            <a:off x="973061" y="5313870"/>
            <a:ext cx="517512" cy="552450"/>
          </a:xfrm>
          <a:prstGeom prst="rect">
            <a:avLst/>
          </a:prstGeom>
        </p:spPr>
      </p:pic>
      <p:sp>
        <p:nvSpPr>
          <p:cNvPr id="13" name="object 13"/>
          <p:cNvSpPr txBox="1"/>
          <p:nvPr/>
        </p:nvSpPr>
        <p:spPr>
          <a:xfrm>
            <a:off x="1149210" y="5443829"/>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pic>
        <p:nvPicPr>
          <p:cNvPr id="14" name="object 14"/>
          <p:cNvPicPr/>
          <p:nvPr/>
        </p:nvPicPr>
        <p:blipFill>
          <a:blip r:embed="rId4" cstate="print"/>
          <a:stretch>
            <a:fillRect/>
          </a:stretch>
        </p:blipFill>
        <p:spPr>
          <a:xfrm>
            <a:off x="973061" y="4646244"/>
            <a:ext cx="517512" cy="552450"/>
          </a:xfrm>
          <a:prstGeom prst="rect">
            <a:avLst/>
          </a:prstGeom>
        </p:spPr>
      </p:pic>
      <p:sp>
        <p:nvSpPr>
          <p:cNvPr id="15" name="object 15"/>
          <p:cNvSpPr txBox="1"/>
          <p:nvPr/>
        </p:nvSpPr>
        <p:spPr>
          <a:xfrm>
            <a:off x="1153020" y="4776190"/>
            <a:ext cx="158115" cy="285750"/>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pic>
        <p:nvPicPr>
          <p:cNvPr id="16" name="object 16"/>
          <p:cNvPicPr/>
          <p:nvPr/>
        </p:nvPicPr>
        <p:blipFill>
          <a:blip r:embed="rId5" cstate="print"/>
          <a:stretch>
            <a:fillRect/>
          </a:stretch>
        </p:blipFill>
        <p:spPr>
          <a:xfrm>
            <a:off x="973061" y="5981496"/>
            <a:ext cx="517512" cy="552449"/>
          </a:xfrm>
          <a:prstGeom prst="rect">
            <a:avLst/>
          </a:prstGeom>
        </p:spPr>
      </p:pic>
      <p:sp>
        <p:nvSpPr>
          <p:cNvPr id="17" name="object 17"/>
          <p:cNvSpPr txBox="1"/>
          <p:nvPr/>
        </p:nvSpPr>
        <p:spPr>
          <a:xfrm>
            <a:off x="1154290" y="6111456"/>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pic>
        <p:nvPicPr>
          <p:cNvPr id="18" name="object 18"/>
          <p:cNvPicPr/>
          <p:nvPr/>
        </p:nvPicPr>
        <p:blipFill>
          <a:blip r:embed="rId4" cstate="print"/>
          <a:stretch>
            <a:fillRect/>
          </a:stretch>
        </p:blipFill>
        <p:spPr>
          <a:xfrm>
            <a:off x="973061" y="6649136"/>
            <a:ext cx="517512" cy="552450"/>
          </a:xfrm>
          <a:prstGeom prst="rect">
            <a:avLst/>
          </a:prstGeom>
        </p:spPr>
      </p:pic>
      <p:sp>
        <p:nvSpPr>
          <p:cNvPr id="19" name="object 19"/>
          <p:cNvSpPr txBox="1"/>
          <p:nvPr/>
        </p:nvSpPr>
        <p:spPr>
          <a:xfrm>
            <a:off x="1151115" y="6779082"/>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grpSp>
        <p:nvGrpSpPr>
          <p:cNvPr id="20" name="object 20"/>
          <p:cNvGrpSpPr/>
          <p:nvPr/>
        </p:nvGrpSpPr>
        <p:grpSpPr>
          <a:xfrm>
            <a:off x="16313416" y="926220"/>
            <a:ext cx="1974850" cy="8420100"/>
            <a:chOff x="16313416" y="926220"/>
            <a:chExt cx="1974850" cy="8420100"/>
          </a:xfrm>
        </p:grpSpPr>
        <p:pic>
          <p:nvPicPr>
            <p:cNvPr id="21" name="object 21"/>
            <p:cNvPicPr/>
            <p:nvPr/>
          </p:nvPicPr>
          <p:blipFill>
            <a:blip r:embed="rId6" cstate="print"/>
            <a:stretch>
              <a:fillRect/>
            </a:stretch>
          </p:blipFill>
          <p:spPr>
            <a:xfrm>
              <a:off x="16313416" y="1028700"/>
              <a:ext cx="945883" cy="236474"/>
            </a:xfrm>
            <a:prstGeom prst="rect">
              <a:avLst/>
            </a:prstGeom>
          </p:spPr>
        </p:pic>
        <p:sp>
          <p:nvSpPr>
            <p:cNvPr id="22" name="object 22"/>
            <p:cNvSpPr/>
            <p:nvPr/>
          </p:nvSpPr>
          <p:spPr>
            <a:xfrm>
              <a:off x="16476916" y="926220"/>
              <a:ext cx="1811655" cy="8420100"/>
            </a:xfrm>
            <a:custGeom>
              <a:avLst/>
              <a:gdLst/>
              <a:ahLst/>
              <a:cxnLst/>
              <a:rect l="l" t="t" r="r" b="b"/>
              <a:pathLst>
                <a:path w="1811655" h="8420100">
                  <a:moveTo>
                    <a:pt x="1811083" y="8420100"/>
                  </a:moveTo>
                  <a:lnTo>
                    <a:pt x="1750174" y="8356600"/>
                  </a:lnTo>
                  <a:lnTo>
                    <a:pt x="1676095" y="8280400"/>
                  </a:lnTo>
                  <a:lnTo>
                    <a:pt x="1603336" y="8204200"/>
                  </a:lnTo>
                  <a:lnTo>
                    <a:pt x="1555584" y="8153400"/>
                  </a:lnTo>
                  <a:lnTo>
                    <a:pt x="1508429" y="8102600"/>
                  </a:lnTo>
                  <a:lnTo>
                    <a:pt x="1461897" y="8051800"/>
                  </a:lnTo>
                  <a:lnTo>
                    <a:pt x="1415961" y="8001000"/>
                  </a:lnTo>
                  <a:lnTo>
                    <a:pt x="1370660" y="7950200"/>
                  </a:lnTo>
                  <a:lnTo>
                    <a:pt x="1325981" y="7899400"/>
                  </a:lnTo>
                  <a:lnTo>
                    <a:pt x="1303870" y="7861300"/>
                  </a:lnTo>
                  <a:lnTo>
                    <a:pt x="1260144" y="7810500"/>
                  </a:lnTo>
                  <a:lnTo>
                    <a:pt x="1217053" y="7759700"/>
                  </a:lnTo>
                  <a:lnTo>
                    <a:pt x="1174610" y="7708900"/>
                  </a:lnTo>
                  <a:lnTo>
                    <a:pt x="1153642" y="7670800"/>
                  </a:lnTo>
                  <a:lnTo>
                    <a:pt x="1132827" y="7645400"/>
                  </a:lnTo>
                  <a:lnTo>
                    <a:pt x="1091692" y="7594600"/>
                  </a:lnTo>
                  <a:lnTo>
                    <a:pt x="1071372" y="7556500"/>
                  </a:lnTo>
                  <a:lnTo>
                    <a:pt x="1051217" y="7531100"/>
                  </a:lnTo>
                  <a:lnTo>
                    <a:pt x="1031227" y="7505700"/>
                  </a:lnTo>
                  <a:lnTo>
                    <a:pt x="1011415" y="7480300"/>
                  </a:lnTo>
                  <a:lnTo>
                    <a:pt x="991768" y="7442200"/>
                  </a:lnTo>
                  <a:lnTo>
                    <a:pt x="972286" y="7416800"/>
                  </a:lnTo>
                  <a:lnTo>
                    <a:pt x="952982" y="7391400"/>
                  </a:lnTo>
                  <a:lnTo>
                    <a:pt x="933843" y="7353300"/>
                  </a:lnTo>
                  <a:lnTo>
                    <a:pt x="914869" y="7327900"/>
                  </a:lnTo>
                  <a:lnTo>
                    <a:pt x="896073" y="7302500"/>
                  </a:lnTo>
                  <a:lnTo>
                    <a:pt x="877455" y="7277100"/>
                  </a:lnTo>
                  <a:lnTo>
                    <a:pt x="859015" y="7239000"/>
                  </a:lnTo>
                  <a:lnTo>
                    <a:pt x="840740" y="7213600"/>
                  </a:lnTo>
                  <a:lnTo>
                    <a:pt x="822642" y="7175500"/>
                  </a:lnTo>
                  <a:lnTo>
                    <a:pt x="804710" y="7150100"/>
                  </a:lnTo>
                  <a:lnTo>
                    <a:pt x="786968" y="7124700"/>
                  </a:lnTo>
                  <a:lnTo>
                    <a:pt x="769404" y="7086600"/>
                  </a:lnTo>
                  <a:lnTo>
                    <a:pt x="752005" y="7061200"/>
                  </a:lnTo>
                  <a:lnTo>
                    <a:pt x="734796" y="7035800"/>
                  </a:lnTo>
                  <a:lnTo>
                    <a:pt x="717765" y="6997700"/>
                  </a:lnTo>
                  <a:lnTo>
                    <a:pt x="700913" y="6972300"/>
                  </a:lnTo>
                  <a:lnTo>
                    <a:pt x="684237" y="6934200"/>
                  </a:lnTo>
                  <a:lnTo>
                    <a:pt x="667740" y="6908800"/>
                  </a:lnTo>
                  <a:lnTo>
                    <a:pt x="651433" y="6870700"/>
                  </a:lnTo>
                  <a:lnTo>
                    <a:pt x="635304" y="6845300"/>
                  </a:lnTo>
                  <a:lnTo>
                    <a:pt x="619366" y="6807200"/>
                  </a:lnTo>
                  <a:lnTo>
                    <a:pt x="603605" y="6781800"/>
                  </a:lnTo>
                  <a:lnTo>
                    <a:pt x="588035" y="6743700"/>
                  </a:lnTo>
                  <a:lnTo>
                    <a:pt x="572642" y="6718300"/>
                  </a:lnTo>
                  <a:lnTo>
                    <a:pt x="557453" y="6680200"/>
                  </a:lnTo>
                  <a:lnTo>
                    <a:pt x="542429" y="6654800"/>
                  </a:lnTo>
                  <a:lnTo>
                    <a:pt x="527608" y="6616700"/>
                  </a:lnTo>
                  <a:lnTo>
                    <a:pt x="512978" y="6591300"/>
                  </a:lnTo>
                  <a:lnTo>
                    <a:pt x="498525" y="6553200"/>
                  </a:lnTo>
                  <a:lnTo>
                    <a:pt x="484276" y="6527800"/>
                  </a:lnTo>
                  <a:lnTo>
                    <a:pt x="470204" y="6489700"/>
                  </a:lnTo>
                  <a:lnTo>
                    <a:pt x="456336" y="6464300"/>
                  </a:lnTo>
                  <a:lnTo>
                    <a:pt x="442645" y="6426200"/>
                  </a:lnTo>
                  <a:lnTo>
                    <a:pt x="429158" y="6400800"/>
                  </a:lnTo>
                  <a:lnTo>
                    <a:pt x="415861" y="6362700"/>
                  </a:lnTo>
                  <a:lnTo>
                    <a:pt x="402767" y="6324600"/>
                  </a:lnTo>
                  <a:lnTo>
                    <a:pt x="389864" y="6299200"/>
                  </a:lnTo>
                  <a:lnTo>
                    <a:pt x="377151" y="6261100"/>
                  </a:lnTo>
                  <a:lnTo>
                    <a:pt x="364642" y="6235700"/>
                  </a:lnTo>
                  <a:lnTo>
                    <a:pt x="352323" y="6197600"/>
                  </a:lnTo>
                  <a:lnTo>
                    <a:pt x="340207" y="6159500"/>
                  </a:lnTo>
                  <a:lnTo>
                    <a:pt x="328282" y="6134100"/>
                  </a:lnTo>
                  <a:lnTo>
                    <a:pt x="316572" y="6096000"/>
                  </a:lnTo>
                  <a:lnTo>
                    <a:pt x="305053" y="6057900"/>
                  </a:lnTo>
                  <a:lnTo>
                    <a:pt x="293725" y="6032500"/>
                  </a:lnTo>
                  <a:lnTo>
                    <a:pt x="282613" y="5994400"/>
                  </a:lnTo>
                  <a:lnTo>
                    <a:pt x="271703" y="5956300"/>
                  </a:lnTo>
                  <a:lnTo>
                    <a:pt x="260984" y="5930900"/>
                  </a:lnTo>
                  <a:lnTo>
                    <a:pt x="250482" y="5892800"/>
                  </a:lnTo>
                  <a:lnTo>
                    <a:pt x="240182" y="5854700"/>
                  </a:lnTo>
                  <a:lnTo>
                    <a:pt x="230085" y="5829300"/>
                  </a:lnTo>
                  <a:lnTo>
                    <a:pt x="220192" y="5791200"/>
                  </a:lnTo>
                  <a:lnTo>
                    <a:pt x="210515" y="5753100"/>
                  </a:lnTo>
                  <a:lnTo>
                    <a:pt x="201040" y="5715000"/>
                  </a:lnTo>
                  <a:lnTo>
                    <a:pt x="191769" y="5689600"/>
                  </a:lnTo>
                  <a:lnTo>
                    <a:pt x="182714" y="5651500"/>
                  </a:lnTo>
                  <a:lnTo>
                    <a:pt x="173863" y="5613400"/>
                  </a:lnTo>
                  <a:lnTo>
                    <a:pt x="165226" y="5575300"/>
                  </a:lnTo>
                  <a:lnTo>
                    <a:pt x="156794" y="5549900"/>
                  </a:lnTo>
                  <a:lnTo>
                    <a:pt x="148577" y="5511800"/>
                  </a:lnTo>
                  <a:lnTo>
                    <a:pt x="140576" y="5473700"/>
                  </a:lnTo>
                  <a:lnTo>
                    <a:pt x="132778" y="5435600"/>
                  </a:lnTo>
                  <a:lnTo>
                    <a:pt x="125209" y="5410200"/>
                  </a:lnTo>
                  <a:lnTo>
                    <a:pt x="117843" y="5372100"/>
                  </a:lnTo>
                  <a:lnTo>
                    <a:pt x="110705" y="5334000"/>
                  </a:lnTo>
                  <a:lnTo>
                    <a:pt x="103771" y="5295900"/>
                  </a:lnTo>
                  <a:lnTo>
                    <a:pt x="97053" y="5257800"/>
                  </a:lnTo>
                  <a:lnTo>
                    <a:pt x="90563" y="5232400"/>
                  </a:lnTo>
                  <a:lnTo>
                    <a:pt x="84289" y="5194300"/>
                  </a:lnTo>
                  <a:lnTo>
                    <a:pt x="78232" y="5156200"/>
                  </a:lnTo>
                  <a:lnTo>
                    <a:pt x="72390" y="5118100"/>
                  </a:lnTo>
                  <a:lnTo>
                    <a:pt x="66776" y="5080000"/>
                  </a:lnTo>
                  <a:lnTo>
                    <a:pt x="61379" y="5041900"/>
                  </a:lnTo>
                  <a:lnTo>
                    <a:pt x="56197" y="5016500"/>
                  </a:lnTo>
                  <a:lnTo>
                    <a:pt x="51244" y="4978400"/>
                  </a:lnTo>
                  <a:lnTo>
                    <a:pt x="46520" y="4940300"/>
                  </a:lnTo>
                  <a:lnTo>
                    <a:pt x="42011" y="4902200"/>
                  </a:lnTo>
                  <a:lnTo>
                    <a:pt x="37731" y="4864100"/>
                  </a:lnTo>
                  <a:lnTo>
                    <a:pt x="33680" y="4826000"/>
                  </a:lnTo>
                  <a:lnTo>
                    <a:pt x="29844" y="4787900"/>
                  </a:lnTo>
                  <a:lnTo>
                    <a:pt x="26238" y="4762500"/>
                  </a:lnTo>
                  <a:lnTo>
                    <a:pt x="22872" y="4724400"/>
                  </a:lnTo>
                  <a:lnTo>
                    <a:pt x="19723" y="4686300"/>
                  </a:lnTo>
                  <a:lnTo>
                    <a:pt x="16802" y="4648200"/>
                  </a:lnTo>
                  <a:lnTo>
                    <a:pt x="14109" y="4610100"/>
                  </a:lnTo>
                  <a:lnTo>
                    <a:pt x="11658" y="4572000"/>
                  </a:lnTo>
                  <a:lnTo>
                    <a:pt x="9423" y="4533900"/>
                  </a:lnTo>
                  <a:lnTo>
                    <a:pt x="7429" y="4495800"/>
                  </a:lnTo>
                  <a:lnTo>
                    <a:pt x="5664" y="4457700"/>
                  </a:lnTo>
                  <a:lnTo>
                    <a:pt x="4140" y="4419600"/>
                  </a:lnTo>
                  <a:lnTo>
                    <a:pt x="2832" y="4381500"/>
                  </a:lnTo>
                  <a:lnTo>
                    <a:pt x="1778" y="4356100"/>
                  </a:lnTo>
                  <a:lnTo>
                    <a:pt x="939" y="4318000"/>
                  </a:lnTo>
                  <a:lnTo>
                    <a:pt x="355" y="4279900"/>
                  </a:lnTo>
                  <a:lnTo>
                    <a:pt x="0" y="4241800"/>
                  </a:lnTo>
                  <a:lnTo>
                    <a:pt x="105" y="4152900"/>
                  </a:lnTo>
                  <a:lnTo>
                    <a:pt x="237" y="4140200"/>
                  </a:lnTo>
                  <a:lnTo>
                    <a:pt x="355" y="4127500"/>
                  </a:lnTo>
                  <a:lnTo>
                    <a:pt x="939" y="4089400"/>
                  </a:lnTo>
                  <a:lnTo>
                    <a:pt x="1778" y="4051300"/>
                  </a:lnTo>
                  <a:lnTo>
                    <a:pt x="2832" y="4013200"/>
                  </a:lnTo>
                  <a:lnTo>
                    <a:pt x="4140" y="3975100"/>
                  </a:lnTo>
                  <a:lnTo>
                    <a:pt x="5664" y="3937000"/>
                  </a:lnTo>
                  <a:lnTo>
                    <a:pt x="7429" y="3898900"/>
                  </a:lnTo>
                  <a:lnTo>
                    <a:pt x="9423" y="3860800"/>
                  </a:lnTo>
                  <a:lnTo>
                    <a:pt x="11658" y="3822700"/>
                  </a:lnTo>
                  <a:lnTo>
                    <a:pt x="14109" y="3784600"/>
                  </a:lnTo>
                  <a:lnTo>
                    <a:pt x="16802" y="3759200"/>
                  </a:lnTo>
                  <a:lnTo>
                    <a:pt x="19723" y="3721100"/>
                  </a:lnTo>
                  <a:lnTo>
                    <a:pt x="22872" y="3683000"/>
                  </a:lnTo>
                  <a:lnTo>
                    <a:pt x="26238" y="3644900"/>
                  </a:lnTo>
                  <a:lnTo>
                    <a:pt x="29844" y="3606800"/>
                  </a:lnTo>
                  <a:lnTo>
                    <a:pt x="33680" y="3568700"/>
                  </a:lnTo>
                  <a:lnTo>
                    <a:pt x="37731" y="3530600"/>
                  </a:lnTo>
                  <a:lnTo>
                    <a:pt x="42011" y="3492500"/>
                  </a:lnTo>
                  <a:lnTo>
                    <a:pt x="46520" y="3467100"/>
                  </a:lnTo>
                  <a:lnTo>
                    <a:pt x="51244" y="3429000"/>
                  </a:lnTo>
                  <a:lnTo>
                    <a:pt x="56197" y="3390900"/>
                  </a:lnTo>
                  <a:lnTo>
                    <a:pt x="61379" y="3352800"/>
                  </a:lnTo>
                  <a:lnTo>
                    <a:pt x="66776" y="3314700"/>
                  </a:lnTo>
                  <a:lnTo>
                    <a:pt x="72390" y="3276600"/>
                  </a:lnTo>
                  <a:lnTo>
                    <a:pt x="78232" y="3238500"/>
                  </a:lnTo>
                  <a:lnTo>
                    <a:pt x="84289" y="3213100"/>
                  </a:lnTo>
                  <a:lnTo>
                    <a:pt x="90563" y="3175000"/>
                  </a:lnTo>
                  <a:lnTo>
                    <a:pt x="97053" y="3136900"/>
                  </a:lnTo>
                  <a:lnTo>
                    <a:pt x="103771" y="3098800"/>
                  </a:lnTo>
                  <a:lnTo>
                    <a:pt x="110705" y="3060700"/>
                  </a:lnTo>
                  <a:lnTo>
                    <a:pt x="117843" y="3035300"/>
                  </a:lnTo>
                  <a:lnTo>
                    <a:pt x="125209" y="2997200"/>
                  </a:lnTo>
                  <a:lnTo>
                    <a:pt x="132778" y="2959100"/>
                  </a:lnTo>
                  <a:lnTo>
                    <a:pt x="140576" y="2921000"/>
                  </a:lnTo>
                  <a:lnTo>
                    <a:pt x="148577" y="2882900"/>
                  </a:lnTo>
                  <a:lnTo>
                    <a:pt x="156794" y="2857500"/>
                  </a:lnTo>
                  <a:lnTo>
                    <a:pt x="165226" y="2819400"/>
                  </a:lnTo>
                  <a:lnTo>
                    <a:pt x="173863" y="2781300"/>
                  </a:lnTo>
                  <a:lnTo>
                    <a:pt x="182714" y="2743200"/>
                  </a:lnTo>
                  <a:lnTo>
                    <a:pt x="191769" y="2717800"/>
                  </a:lnTo>
                  <a:lnTo>
                    <a:pt x="201040" y="2679700"/>
                  </a:lnTo>
                  <a:lnTo>
                    <a:pt x="210515" y="2641600"/>
                  </a:lnTo>
                  <a:lnTo>
                    <a:pt x="220192" y="2616200"/>
                  </a:lnTo>
                  <a:lnTo>
                    <a:pt x="230085" y="2578100"/>
                  </a:lnTo>
                  <a:lnTo>
                    <a:pt x="240182" y="2540000"/>
                  </a:lnTo>
                  <a:lnTo>
                    <a:pt x="250482" y="2501900"/>
                  </a:lnTo>
                  <a:lnTo>
                    <a:pt x="260984" y="2476500"/>
                  </a:lnTo>
                  <a:lnTo>
                    <a:pt x="271703" y="2438400"/>
                  </a:lnTo>
                  <a:lnTo>
                    <a:pt x="282613" y="2400300"/>
                  </a:lnTo>
                  <a:lnTo>
                    <a:pt x="293725" y="2374900"/>
                  </a:lnTo>
                  <a:lnTo>
                    <a:pt x="305053" y="2336800"/>
                  </a:lnTo>
                  <a:lnTo>
                    <a:pt x="316572" y="2298700"/>
                  </a:lnTo>
                  <a:lnTo>
                    <a:pt x="328282" y="2273300"/>
                  </a:lnTo>
                  <a:lnTo>
                    <a:pt x="340207" y="2235200"/>
                  </a:lnTo>
                  <a:lnTo>
                    <a:pt x="352323" y="2209800"/>
                  </a:lnTo>
                  <a:lnTo>
                    <a:pt x="364642" y="2171700"/>
                  </a:lnTo>
                  <a:lnTo>
                    <a:pt x="377151" y="2133600"/>
                  </a:lnTo>
                  <a:lnTo>
                    <a:pt x="389864" y="2108200"/>
                  </a:lnTo>
                  <a:lnTo>
                    <a:pt x="402767" y="2070100"/>
                  </a:lnTo>
                  <a:lnTo>
                    <a:pt x="415861" y="2032000"/>
                  </a:lnTo>
                  <a:lnTo>
                    <a:pt x="429158" y="2006600"/>
                  </a:lnTo>
                  <a:lnTo>
                    <a:pt x="442645" y="1968500"/>
                  </a:lnTo>
                  <a:lnTo>
                    <a:pt x="456336" y="1943100"/>
                  </a:lnTo>
                  <a:lnTo>
                    <a:pt x="470204" y="1905000"/>
                  </a:lnTo>
                  <a:lnTo>
                    <a:pt x="484276" y="1879600"/>
                  </a:lnTo>
                  <a:lnTo>
                    <a:pt x="498525" y="1841500"/>
                  </a:lnTo>
                  <a:lnTo>
                    <a:pt x="512978" y="1816100"/>
                  </a:lnTo>
                  <a:lnTo>
                    <a:pt x="527608" y="1778000"/>
                  </a:lnTo>
                  <a:lnTo>
                    <a:pt x="542429" y="1752600"/>
                  </a:lnTo>
                  <a:lnTo>
                    <a:pt x="557453" y="1714500"/>
                  </a:lnTo>
                  <a:lnTo>
                    <a:pt x="572642" y="1676400"/>
                  </a:lnTo>
                  <a:lnTo>
                    <a:pt x="588035" y="1651000"/>
                  </a:lnTo>
                  <a:lnTo>
                    <a:pt x="603605" y="1625600"/>
                  </a:lnTo>
                  <a:lnTo>
                    <a:pt x="619366" y="1587500"/>
                  </a:lnTo>
                  <a:lnTo>
                    <a:pt x="635304" y="1562100"/>
                  </a:lnTo>
                  <a:lnTo>
                    <a:pt x="651433" y="1524000"/>
                  </a:lnTo>
                  <a:lnTo>
                    <a:pt x="667740" y="1498600"/>
                  </a:lnTo>
                  <a:lnTo>
                    <a:pt x="684237" y="1460500"/>
                  </a:lnTo>
                  <a:lnTo>
                    <a:pt x="700913" y="1435100"/>
                  </a:lnTo>
                  <a:lnTo>
                    <a:pt x="717765" y="1397000"/>
                  </a:lnTo>
                  <a:lnTo>
                    <a:pt x="734796" y="1371600"/>
                  </a:lnTo>
                  <a:lnTo>
                    <a:pt x="752005" y="1346200"/>
                  </a:lnTo>
                  <a:lnTo>
                    <a:pt x="769404" y="1308100"/>
                  </a:lnTo>
                  <a:lnTo>
                    <a:pt x="786968" y="1282700"/>
                  </a:lnTo>
                  <a:lnTo>
                    <a:pt x="804710" y="1244600"/>
                  </a:lnTo>
                  <a:lnTo>
                    <a:pt x="822642" y="1219200"/>
                  </a:lnTo>
                  <a:lnTo>
                    <a:pt x="840740" y="1193800"/>
                  </a:lnTo>
                  <a:lnTo>
                    <a:pt x="859015" y="1155700"/>
                  </a:lnTo>
                  <a:lnTo>
                    <a:pt x="877455" y="1130300"/>
                  </a:lnTo>
                  <a:lnTo>
                    <a:pt x="896073" y="1104900"/>
                  </a:lnTo>
                  <a:lnTo>
                    <a:pt x="914869" y="1066800"/>
                  </a:lnTo>
                  <a:lnTo>
                    <a:pt x="933843" y="1041400"/>
                  </a:lnTo>
                  <a:lnTo>
                    <a:pt x="952982" y="1016000"/>
                  </a:lnTo>
                  <a:lnTo>
                    <a:pt x="972286" y="977900"/>
                  </a:lnTo>
                  <a:lnTo>
                    <a:pt x="991768" y="952500"/>
                  </a:lnTo>
                  <a:lnTo>
                    <a:pt x="1011415" y="927100"/>
                  </a:lnTo>
                  <a:lnTo>
                    <a:pt x="1031227" y="901700"/>
                  </a:lnTo>
                  <a:lnTo>
                    <a:pt x="1051217" y="863600"/>
                  </a:lnTo>
                  <a:lnTo>
                    <a:pt x="1071372" y="838200"/>
                  </a:lnTo>
                  <a:lnTo>
                    <a:pt x="1091692" y="812800"/>
                  </a:lnTo>
                  <a:lnTo>
                    <a:pt x="1112177" y="787400"/>
                  </a:lnTo>
                  <a:lnTo>
                    <a:pt x="1132827" y="749300"/>
                  </a:lnTo>
                  <a:lnTo>
                    <a:pt x="1174610" y="698500"/>
                  </a:lnTo>
                  <a:lnTo>
                    <a:pt x="1217053" y="647700"/>
                  </a:lnTo>
                  <a:lnTo>
                    <a:pt x="1238516" y="609600"/>
                  </a:lnTo>
                  <a:lnTo>
                    <a:pt x="1260144" y="584200"/>
                  </a:lnTo>
                  <a:lnTo>
                    <a:pt x="1303870" y="533400"/>
                  </a:lnTo>
                  <a:lnTo>
                    <a:pt x="1348244" y="482600"/>
                  </a:lnTo>
                  <a:lnTo>
                    <a:pt x="1393240" y="431800"/>
                  </a:lnTo>
                  <a:lnTo>
                    <a:pt x="1415961" y="393700"/>
                  </a:lnTo>
                  <a:lnTo>
                    <a:pt x="1461897" y="342900"/>
                  </a:lnTo>
                  <a:lnTo>
                    <a:pt x="1508429" y="292100"/>
                  </a:lnTo>
                  <a:lnTo>
                    <a:pt x="1555584" y="241300"/>
                  </a:lnTo>
                  <a:lnTo>
                    <a:pt x="1603336" y="190500"/>
                  </a:lnTo>
                  <a:lnTo>
                    <a:pt x="1651698" y="139700"/>
                  </a:lnTo>
                  <a:lnTo>
                    <a:pt x="1725333" y="63500"/>
                  </a:lnTo>
                  <a:lnTo>
                    <a:pt x="1750174" y="50800"/>
                  </a:lnTo>
                  <a:lnTo>
                    <a:pt x="1775155" y="25400"/>
                  </a:lnTo>
                  <a:lnTo>
                    <a:pt x="1811083" y="0"/>
                  </a:lnTo>
                  <a:lnTo>
                    <a:pt x="1811083" y="901700"/>
                  </a:lnTo>
                  <a:lnTo>
                    <a:pt x="1804085" y="901700"/>
                  </a:lnTo>
                  <a:lnTo>
                    <a:pt x="1783156" y="927100"/>
                  </a:lnTo>
                  <a:lnTo>
                    <a:pt x="1784324" y="927100"/>
                  </a:lnTo>
                  <a:lnTo>
                    <a:pt x="1763534" y="952500"/>
                  </a:lnTo>
                  <a:lnTo>
                    <a:pt x="1764703" y="952500"/>
                  </a:lnTo>
                  <a:lnTo>
                    <a:pt x="1744065" y="977900"/>
                  </a:lnTo>
                  <a:lnTo>
                    <a:pt x="1745221" y="977900"/>
                  </a:lnTo>
                  <a:lnTo>
                    <a:pt x="1734985" y="990600"/>
                  </a:lnTo>
                  <a:lnTo>
                    <a:pt x="1725891" y="990600"/>
                  </a:lnTo>
                  <a:lnTo>
                    <a:pt x="1712336" y="1016000"/>
                  </a:lnTo>
                  <a:lnTo>
                    <a:pt x="1706702" y="1016000"/>
                  </a:lnTo>
                  <a:lnTo>
                    <a:pt x="1686521" y="1041400"/>
                  </a:lnTo>
                  <a:lnTo>
                    <a:pt x="1687652" y="1041400"/>
                  </a:lnTo>
                  <a:lnTo>
                    <a:pt x="1667636" y="1066800"/>
                  </a:lnTo>
                  <a:lnTo>
                    <a:pt x="1668754" y="1066800"/>
                  </a:lnTo>
                  <a:lnTo>
                    <a:pt x="1648891" y="1092200"/>
                  </a:lnTo>
                  <a:lnTo>
                    <a:pt x="1649996" y="1092200"/>
                  </a:lnTo>
                  <a:lnTo>
                    <a:pt x="1630299" y="1117600"/>
                  </a:lnTo>
                  <a:lnTo>
                    <a:pt x="1631391" y="1117600"/>
                  </a:lnTo>
                  <a:lnTo>
                    <a:pt x="1611845" y="1143000"/>
                  </a:lnTo>
                  <a:lnTo>
                    <a:pt x="1612938" y="1143000"/>
                  </a:lnTo>
                  <a:lnTo>
                    <a:pt x="1593545" y="1168400"/>
                  </a:lnTo>
                  <a:lnTo>
                    <a:pt x="1594624" y="1168400"/>
                  </a:lnTo>
                  <a:lnTo>
                    <a:pt x="1575384" y="1193800"/>
                  </a:lnTo>
                  <a:lnTo>
                    <a:pt x="1576463" y="1193800"/>
                  </a:lnTo>
                  <a:lnTo>
                    <a:pt x="1557375" y="1219200"/>
                  </a:lnTo>
                  <a:lnTo>
                    <a:pt x="1558442" y="1219200"/>
                  </a:lnTo>
                  <a:lnTo>
                    <a:pt x="1539532" y="1244600"/>
                  </a:lnTo>
                  <a:lnTo>
                    <a:pt x="1540586" y="1244600"/>
                  </a:lnTo>
                  <a:lnTo>
                    <a:pt x="1521828" y="1270000"/>
                  </a:lnTo>
                  <a:lnTo>
                    <a:pt x="1522869" y="1270000"/>
                  </a:lnTo>
                  <a:lnTo>
                    <a:pt x="1504264" y="1295400"/>
                  </a:lnTo>
                  <a:lnTo>
                    <a:pt x="1505305" y="1295400"/>
                  </a:lnTo>
                  <a:lnTo>
                    <a:pt x="1486865" y="1320800"/>
                  </a:lnTo>
                  <a:lnTo>
                    <a:pt x="1487893" y="1320800"/>
                  </a:lnTo>
                  <a:lnTo>
                    <a:pt x="1475710" y="1346200"/>
                  </a:lnTo>
                  <a:lnTo>
                    <a:pt x="1470634" y="1346200"/>
                  </a:lnTo>
                  <a:lnTo>
                    <a:pt x="1458561" y="1371600"/>
                  </a:lnTo>
                  <a:lnTo>
                    <a:pt x="1453540" y="1371600"/>
                  </a:lnTo>
                  <a:lnTo>
                    <a:pt x="1435582" y="1409700"/>
                  </a:lnTo>
                  <a:lnTo>
                    <a:pt x="1436585" y="1409700"/>
                  </a:lnTo>
                  <a:lnTo>
                    <a:pt x="1418793" y="1435100"/>
                  </a:lnTo>
                  <a:lnTo>
                    <a:pt x="1419783" y="1435100"/>
                  </a:lnTo>
                  <a:lnTo>
                    <a:pt x="1402156" y="1460500"/>
                  </a:lnTo>
                  <a:lnTo>
                    <a:pt x="1403146" y="1460500"/>
                  </a:lnTo>
                  <a:lnTo>
                    <a:pt x="1385684" y="1485900"/>
                  </a:lnTo>
                  <a:lnTo>
                    <a:pt x="1386662" y="1485900"/>
                  </a:lnTo>
                  <a:lnTo>
                    <a:pt x="1369364" y="1511300"/>
                  </a:lnTo>
                  <a:lnTo>
                    <a:pt x="1370330" y="1511300"/>
                  </a:lnTo>
                  <a:lnTo>
                    <a:pt x="1353197" y="1536700"/>
                  </a:lnTo>
                  <a:lnTo>
                    <a:pt x="1354150" y="1536700"/>
                  </a:lnTo>
                  <a:lnTo>
                    <a:pt x="1337195" y="1562100"/>
                  </a:lnTo>
                  <a:lnTo>
                    <a:pt x="1338135" y="1562100"/>
                  </a:lnTo>
                  <a:lnTo>
                    <a:pt x="1321346" y="1587500"/>
                  </a:lnTo>
                  <a:lnTo>
                    <a:pt x="1322285" y="1587500"/>
                  </a:lnTo>
                  <a:lnTo>
                    <a:pt x="1305648" y="1612900"/>
                  </a:lnTo>
                  <a:lnTo>
                    <a:pt x="1306588" y="1612900"/>
                  </a:lnTo>
                  <a:lnTo>
                    <a:pt x="1295607" y="1638300"/>
                  </a:lnTo>
                  <a:lnTo>
                    <a:pt x="1291043" y="1638300"/>
                  </a:lnTo>
                  <a:lnTo>
                    <a:pt x="1274749" y="1676400"/>
                  </a:lnTo>
                  <a:lnTo>
                    <a:pt x="1275664" y="1676400"/>
                  </a:lnTo>
                  <a:lnTo>
                    <a:pt x="1259547" y="1701800"/>
                  </a:lnTo>
                  <a:lnTo>
                    <a:pt x="1260449" y="1701800"/>
                  </a:lnTo>
                  <a:lnTo>
                    <a:pt x="1244498" y="1727200"/>
                  </a:lnTo>
                  <a:lnTo>
                    <a:pt x="1245387" y="1727200"/>
                  </a:lnTo>
                  <a:lnTo>
                    <a:pt x="1229601" y="1752600"/>
                  </a:lnTo>
                  <a:lnTo>
                    <a:pt x="1230490" y="1752600"/>
                  </a:lnTo>
                  <a:lnTo>
                    <a:pt x="1214882" y="1778000"/>
                  </a:lnTo>
                  <a:lnTo>
                    <a:pt x="1215758" y="1778000"/>
                  </a:lnTo>
                  <a:lnTo>
                    <a:pt x="1200327" y="1816100"/>
                  </a:lnTo>
                  <a:lnTo>
                    <a:pt x="1201191" y="1816100"/>
                  </a:lnTo>
                  <a:lnTo>
                    <a:pt x="1185926" y="1841500"/>
                  </a:lnTo>
                  <a:lnTo>
                    <a:pt x="1186789" y="1841500"/>
                  </a:lnTo>
                  <a:lnTo>
                    <a:pt x="1171702" y="1866900"/>
                  </a:lnTo>
                  <a:lnTo>
                    <a:pt x="1172540" y="1866900"/>
                  </a:lnTo>
                  <a:lnTo>
                    <a:pt x="1157630" y="1892300"/>
                  </a:lnTo>
                  <a:lnTo>
                    <a:pt x="1158468" y="1892300"/>
                  </a:lnTo>
                  <a:lnTo>
                    <a:pt x="1143723" y="1917700"/>
                  </a:lnTo>
                  <a:lnTo>
                    <a:pt x="1144562" y="1917700"/>
                  </a:lnTo>
                  <a:lnTo>
                    <a:pt x="1129995" y="1955800"/>
                  </a:lnTo>
                  <a:lnTo>
                    <a:pt x="1130807" y="1955800"/>
                  </a:lnTo>
                  <a:lnTo>
                    <a:pt x="1116418" y="1981200"/>
                  </a:lnTo>
                  <a:lnTo>
                    <a:pt x="1117231" y="1981200"/>
                  </a:lnTo>
                  <a:lnTo>
                    <a:pt x="1103020" y="2006600"/>
                  </a:lnTo>
                  <a:lnTo>
                    <a:pt x="1103820" y="2006600"/>
                  </a:lnTo>
                  <a:lnTo>
                    <a:pt x="1089786" y="2032000"/>
                  </a:lnTo>
                  <a:lnTo>
                    <a:pt x="1090587" y="2032000"/>
                  </a:lnTo>
                  <a:lnTo>
                    <a:pt x="1076731" y="2070100"/>
                  </a:lnTo>
                  <a:lnTo>
                    <a:pt x="1077506" y="2070100"/>
                  </a:lnTo>
                  <a:lnTo>
                    <a:pt x="1063840" y="2095500"/>
                  </a:lnTo>
                  <a:lnTo>
                    <a:pt x="1064602" y="2095500"/>
                  </a:lnTo>
                  <a:lnTo>
                    <a:pt x="1051115" y="2120900"/>
                  </a:lnTo>
                  <a:lnTo>
                    <a:pt x="1051864" y="2120900"/>
                  </a:lnTo>
                  <a:lnTo>
                    <a:pt x="1042991" y="2146300"/>
                  </a:lnTo>
                  <a:lnTo>
                    <a:pt x="1039304" y="2146300"/>
                  </a:lnTo>
                  <a:lnTo>
                    <a:pt x="1026172" y="2184400"/>
                  </a:lnTo>
                  <a:lnTo>
                    <a:pt x="1026922" y="2184400"/>
                  </a:lnTo>
                  <a:lnTo>
                    <a:pt x="1013967" y="2209800"/>
                  </a:lnTo>
                  <a:lnTo>
                    <a:pt x="1014691" y="2209800"/>
                  </a:lnTo>
                  <a:lnTo>
                    <a:pt x="1001928" y="2235200"/>
                  </a:lnTo>
                  <a:lnTo>
                    <a:pt x="1002652" y="2235200"/>
                  </a:lnTo>
                  <a:lnTo>
                    <a:pt x="990066" y="2273300"/>
                  </a:lnTo>
                  <a:lnTo>
                    <a:pt x="990777" y="2273300"/>
                  </a:lnTo>
                  <a:lnTo>
                    <a:pt x="978382" y="2298700"/>
                  </a:lnTo>
                  <a:lnTo>
                    <a:pt x="979081" y="2298700"/>
                  </a:lnTo>
                  <a:lnTo>
                    <a:pt x="966863" y="2324100"/>
                  </a:lnTo>
                  <a:lnTo>
                    <a:pt x="967549" y="2324100"/>
                  </a:lnTo>
                  <a:lnTo>
                    <a:pt x="955522" y="2362200"/>
                  </a:lnTo>
                  <a:lnTo>
                    <a:pt x="956195" y="2362200"/>
                  </a:lnTo>
                  <a:lnTo>
                    <a:pt x="944359" y="2387600"/>
                  </a:lnTo>
                  <a:lnTo>
                    <a:pt x="945032" y="2387600"/>
                  </a:lnTo>
                  <a:lnTo>
                    <a:pt x="933373" y="2413000"/>
                  </a:lnTo>
                  <a:lnTo>
                    <a:pt x="934034" y="2413000"/>
                  </a:lnTo>
                  <a:lnTo>
                    <a:pt x="922566" y="2451100"/>
                  </a:lnTo>
                  <a:lnTo>
                    <a:pt x="923213" y="2451100"/>
                  </a:lnTo>
                  <a:lnTo>
                    <a:pt x="911923" y="2476500"/>
                  </a:lnTo>
                  <a:lnTo>
                    <a:pt x="912558" y="2476500"/>
                  </a:lnTo>
                  <a:lnTo>
                    <a:pt x="901471" y="2501900"/>
                  </a:lnTo>
                  <a:lnTo>
                    <a:pt x="902093" y="2501900"/>
                  </a:lnTo>
                  <a:lnTo>
                    <a:pt x="891197" y="2540000"/>
                  </a:lnTo>
                  <a:lnTo>
                    <a:pt x="891806" y="2540000"/>
                  </a:lnTo>
                  <a:lnTo>
                    <a:pt x="881100" y="2565400"/>
                  </a:lnTo>
                  <a:lnTo>
                    <a:pt x="881697" y="2565400"/>
                  </a:lnTo>
                  <a:lnTo>
                    <a:pt x="874687" y="2590800"/>
                  </a:lnTo>
                  <a:lnTo>
                    <a:pt x="871778" y="2590800"/>
                  </a:lnTo>
                  <a:lnTo>
                    <a:pt x="861453" y="2628900"/>
                  </a:lnTo>
                  <a:lnTo>
                    <a:pt x="862025" y="2628900"/>
                  </a:lnTo>
                  <a:lnTo>
                    <a:pt x="851890" y="2654300"/>
                  </a:lnTo>
                  <a:lnTo>
                    <a:pt x="852462" y="2654300"/>
                  </a:lnTo>
                  <a:lnTo>
                    <a:pt x="842517" y="2692400"/>
                  </a:lnTo>
                  <a:lnTo>
                    <a:pt x="843076" y="2692400"/>
                  </a:lnTo>
                  <a:lnTo>
                    <a:pt x="833335" y="2717800"/>
                  </a:lnTo>
                  <a:lnTo>
                    <a:pt x="833882" y="2717800"/>
                  </a:lnTo>
                  <a:lnTo>
                    <a:pt x="827515" y="2743200"/>
                  </a:lnTo>
                  <a:lnTo>
                    <a:pt x="824865" y="2743200"/>
                  </a:lnTo>
                  <a:lnTo>
                    <a:pt x="815505" y="2781300"/>
                  </a:lnTo>
                  <a:lnTo>
                    <a:pt x="816025" y="2781300"/>
                  </a:lnTo>
                  <a:lnTo>
                    <a:pt x="806869" y="2806700"/>
                  </a:lnTo>
                  <a:lnTo>
                    <a:pt x="807377" y="2806700"/>
                  </a:lnTo>
                  <a:lnTo>
                    <a:pt x="798410" y="2844800"/>
                  </a:lnTo>
                  <a:lnTo>
                    <a:pt x="798918" y="2844800"/>
                  </a:lnTo>
                  <a:lnTo>
                    <a:pt x="790143" y="2870200"/>
                  </a:lnTo>
                  <a:lnTo>
                    <a:pt x="790638" y="2870200"/>
                  </a:lnTo>
                  <a:lnTo>
                    <a:pt x="782065" y="2908300"/>
                  </a:lnTo>
                  <a:lnTo>
                    <a:pt x="782548" y="2908300"/>
                  </a:lnTo>
                  <a:lnTo>
                    <a:pt x="774179" y="2933700"/>
                  </a:lnTo>
                  <a:lnTo>
                    <a:pt x="774649" y="2933700"/>
                  </a:lnTo>
                  <a:lnTo>
                    <a:pt x="769196" y="2959100"/>
                  </a:lnTo>
                  <a:lnTo>
                    <a:pt x="766927" y="2959100"/>
                  </a:lnTo>
                  <a:lnTo>
                    <a:pt x="758951" y="2997200"/>
                  </a:lnTo>
                  <a:lnTo>
                    <a:pt x="759396" y="2997200"/>
                  </a:lnTo>
                  <a:lnTo>
                    <a:pt x="754214" y="3022600"/>
                  </a:lnTo>
                  <a:lnTo>
                    <a:pt x="752055" y="3022600"/>
                  </a:lnTo>
                  <a:lnTo>
                    <a:pt x="744486" y="3060700"/>
                  </a:lnTo>
                  <a:lnTo>
                    <a:pt x="744905" y="3060700"/>
                  </a:lnTo>
                  <a:lnTo>
                    <a:pt x="737539" y="3086100"/>
                  </a:lnTo>
                  <a:lnTo>
                    <a:pt x="737946" y="3086100"/>
                  </a:lnTo>
                  <a:lnTo>
                    <a:pt x="730770" y="3124200"/>
                  </a:lnTo>
                  <a:lnTo>
                    <a:pt x="731177" y="3124200"/>
                  </a:lnTo>
                  <a:lnTo>
                    <a:pt x="724204" y="3149600"/>
                  </a:lnTo>
                  <a:lnTo>
                    <a:pt x="724598" y="3149600"/>
                  </a:lnTo>
                  <a:lnTo>
                    <a:pt x="717829" y="3187700"/>
                  </a:lnTo>
                  <a:lnTo>
                    <a:pt x="718210" y="3187700"/>
                  </a:lnTo>
                  <a:lnTo>
                    <a:pt x="711657" y="3213100"/>
                  </a:lnTo>
                  <a:lnTo>
                    <a:pt x="712012" y="3213100"/>
                  </a:lnTo>
                  <a:lnTo>
                    <a:pt x="705662" y="3251200"/>
                  </a:lnTo>
                  <a:lnTo>
                    <a:pt x="706018" y="3251200"/>
                  </a:lnTo>
                  <a:lnTo>
                    <a:pt x="699871" y="3276600"/>
                  </a:lnTo>
                  <a:lnTo>
                    <a:pt x="700214" y="3276600"/>
                  </a:lnTo>
                  <a:lnTo>
                    <a:pt x="694270" y="3314700"/>
                  </a:lnTo>
                  <a:lnTo>
                    <a:pt x="694601" y="3314700"/>
                  </a:lnTo>
                  <a:lnTo>
                    <a:pt x="690774" y="3340100"/>
                  </a:lnTo>
                  <a:lnTo>
                    <a:pt x="689178" y="3340100"/>
                  </a:lnTo>
                  <a:lnTo>
                    <a:pt x="683653" y="3378200"/>
                  </a:lnTo>
                  <a:lnTo>
                    <a:pt x="683958" y="3378200"/>
                  </a:lnTo>
                  <a:lnTo>
                    <a:pt x="680419" y="3403600"/>
                  </a:lnTo>
                  <a:lnTo>
                    <a:pt x="678942" y="3403600"/>
                  </a:lnTo>
                  <a:lnTo>
                    <a:pt x="673836" y="3441700"/>
                  </a:lnTo>
                  <a:lnTo>
                    <a:pt x="674115" y="3441700"/>
                  </a:lnTo>
                  <a:lnTo>
                    <a:pt x="670847" y="3467100"/>
                  </a:lnTo>
                  <a:lnTo>
                    <a:pt x="669480" y="3467100"/>
                  </a:lnTo>
                  <a:lnTo>
                    <a:pt x="664794" y="3505200"/>
                  </a:lnTo>
                  <a:lnTo>
                    <a:pt x="665048" y="3505200"/>
                  </a:lnTo>
                  <a:lnTo>
                    <a:pt x="660577" y="3543300"/>
                  </a:lnTo>
                  <a:lnTo>
                    <a:pt x="660819" y="3543300"/>
                  </a:lnTo>
                  <a:lnTo>
                    <a:pt x="656551" y="3568700"/>
                  </a:lnTo>
                  <a:lnTo>
                    <a:pt x="656793" y="3568700"/>
                  </a:lnTo>
                  <a:lnTo>
                    <a:pt x="652741" y="3606800"/>
                  </a:lnTo>
                  <a:lnTo>
                    <a:pt x="652957" y="3606800"/>
                  </a:lnTo>
                  <a:lnTo>
                    <a:pt x="649122" y="3632200"/>
                  </a:lnTo>
                  <a:lnTo>
                    <a:pt x="649325" y="3632200"/>
                  </a:lnTo>
                  <a:lnTo>
                    <a:pt x="645706" y="3670300"/>
                  </a:lnTo>
                  <a:lnTo>
                    <a:pt x="645896" y="3670300"/>
                  </a:lnTo>
                  <a:lnTo>
                    <a:pt x="643627" y="3695700"/>
                  </a:lnTo>
                  <a:lnTo>
                    <a:pt x="642670" y="3695700"/>
                  </a:lnTo>
                  <a:lnTo>
                    <a:pt x="639483" y="3733800"/>
                  </a:lnTo>
                  <a:lnTo>
                    <a:pt x="639648" y="3733800"/>
                  </a:lnTo>
                  <a:lnTo>
                    <a:pt x="636663" y="3771900"/>
                  </a:lnTo>
                  <a:lnTo>
                    <a:pt x="636828" y="3771900"/>
                  </a:lnTo>
                  <a:lnTo>
                    <a:pt x="634072" y="3797300"/>
                  </a:lnTo>
                  <a:lnTo>
                    <a:pt x="634212" y="3797300"/>
                  </a:lnTo>
                  <a:lnTo>
                    <a:pt x="631799" y="3835400"/>
                  </a:lnTo>
                  <a:lnTo>
                    <a:pt x="630250" y="3860800"/>
                  </a:lnTo>
                  <a:lnTo>
                    <a:pt x="629602" y="3860800"/>
                  </a:lnTo>
                  <a:lnTo>
                    <a:pt x="627595" y="3898900"/>
                  </a:lnTo>
                  <a:lnTo>
                    <a:pt x="625805" y="3937000"/>
                  </a:lnTo>
                  <a:lnTo>
                    <a:pt x="624230" y="3962400"/>
                  </a:lnTo>
                  <a:lnTo>
                    <a:pt x="622846" y="4000500"/>
                  </a:lnTo>
                  <a:lnTo>
                    <a:pt x="622033" y="4025900"/>
                  </a:lnTo>
                  <a:lnTo>
                    <a:pt x="621677" y="4025900"/>
                  </a:lnTo>
                  <a:lnTo>
                    <a:pt x="620725" y="4064000"/>
                  </a:lnTo>
                  <a:lnTo>
                    <a:pt x="619975" y="4102100"/>
                  </a:lnTo>
                  <a:lnTo>
                    <a:pt x="619603" y="4127500"/>
                  </a:lnTo>
                  <a:lnTo>
                    <a:pt x="619442" y="4127500"/>
                  </a:lnTo>
                  <a:lnTo>
                    <a:pt x="619332" y="4140200"/>
                  </a:lnTo>
                  <a:lnTo>
                    <a:pt x="619210" y="4152900"/>
                  </a:lnTo>
                  <a:lnTo>
                    <a:pt x="619205" y="4241800"/>
                  </a:lnTo>
                  <a:lnTo>
                    <a:pt x="619417" y="4267200"/>
                  </a:lnTo>
                  <a:lnTo>
                    <a:pt x="619937" y="4305300"/>
                  </a:lnTo>
                  <a:lnTo>
                    <a:pt x="620674" y="4330700"/>
                  </a:lnTo>
                  <a:lnTo>
                    <a:pt x="621626" y="4368800"/>
                  </a:lnTo>
                  <a:lnTo>
                    <a:pt x="622846" y="4406900"/>
                  </a:lnTo>
                  <a:lnTo>
                    <a:pt x="623227" y="4406900"/>
                  </a:lnTo>
                  <a:lnTo>
                    <a:pt x="624141" y="4432300"/>
                  </a:lnTo>
                  <a:lnTo>
                    <a:pt x="625716" y="4470400"/>
                  </a:lnTo>
                  <a:lnTo>
                    <a:pt x="627494" y="4495800"/>
                  </a:lnTo>
                  <a:lnTo>
                    <a:pt x="629475" y="4533900"/>
                  </a:lnTo>
                  <a:lnTo>
                    <a:pt x="631672" y="4572000"/>
                  </a:lnTo>
                  <a:lnTo>
                    <a:pt x="634212" y="4597400"/>
                  </a:lnTo>
                  <a:lnTo>
                    <a:pt x="634072" y="4597400"/>
                  </a:lnTo>
                  <a:lnTo>
                    <a:pt x="636828" y="4635500"/>
                  </a:lnTo>
                  <a:lnTo>
                    <a:pt x="636663" y="4635500"/>
                  </a:lnTo>
                  <a:lnTo>
                    <a:pt x="639648" y="4660900"/>
                  </a:lnTo>
                  <a:lnTo>
                    <a:pt x="639483" y="4660900"/>
                  </a:lnTo>
                  <a:lnTo>
                    <a:pt x="642670" y="4699000"/>
                  </a:lnTo>
                  <a:lnTo>
                    <a:pt x="642492" y="4699000"/>
                  </a:lnTo>
                  <a:lnTo>
                    <a:pt x="645896" y="4737100"/>
                  </a:lnTo>
                  <a:lnTo>
                    <a:pt x="646912" y="4737100"/>
                  </a:lnTo>
                  <a:lnTo>
                    <a:pt x="649325" y="4762500"/>
                  </a:lnTo>
                  <a:lnTo>
                    <a:pt x="649122" y="4762500"/>
                  </a:lnTo>
                  <a:lnTo>
                    <a:pt x="652957" y="4800600"/>
                  </a:lnTo>
                  <a:lnTo>
                    <a:pt x="652741" y="4800600"/>
                  </a:lnTo>
                  <a:lnTo>
                    <a:pt x="656793" y="4826000"/>
                  </a:lnTo>
                  <a:lnTo>
                    <a:pt x="656551" y="4826000"/>
                  </a:lnTo>
                  <a:lnTo>
                    <a:pt x="660819" y="4864100"/>
                  </a:lnTo>
                  <a:lnTo>
                    <a:pt x="660577" y="4864100"/>
                  </a:lnTo>
                  <a:lnTo>
                    <a:pt x="665048" y="4889500"/>
                  </a:lnTo>
                  <a:lnTo>
                    <a:pt x="664794" y="4889500"/>
                  </a:lnTo>
                  <a:lnTo>
                    <a:pt x="669480" y="4927600"/>
                  </a:lnTo>
                  <a:lnTo>
                    <a:pt x="669213" y="4927600"/>
                  </a:lnTo>
                  <a:lnTo>
                    <a:pt x="674115" y="4965700"/>
                  </a:lnTo>
                  <a:lnTo>
                    <a:pt x="675538" y="4965700"/>
                  </a:lnTo>
                  <a:lnTo>
                    <a:pt x="678942" y="4991100"/>
                  </a:lnTo>
                  <a:lnTo>
                    <a:pt x="678649" y="4991100"/>
                  </a:lnTo>
                  <a:lnTo>
                    <a:pt x="683958" y="5029200"/>
                  </a:lnTo>
                  <a:lnTo>
                    <a:pt x="685495" y="5029200"/>
                  </a:lnTo>
                  <a:lnTo>
                    <a:pt x="689178" y="5054600"/>
                  </a:lnTo>
                  <a:lnTo>
                    <a:pt x="688860" y="5054600"/>
                  </a:lnTo>
                  <a:lnTo>
                    <a:pt x="694601" y="5092700"/>
                  </a:lnTo>
                  <a:lnTo>
                    <a:pt x="696252" y="5092700"/>
                  </a:lnTo>
                  <a:lnTo>
                    <a:pt x="700214" y="5118100"/>
                  </a:lnTo>
                  <a:lnTo>
                    <a:pt x="699871" y="5118100"/>
                  </a:lnTo>
                  <a:lnTo>
                    <a:pt x="706018" y="5156200"/>
                  </a:lnTo>
                  <a:lnTo>
                    <a:pt x="707779" y="5156200"/>
                  </a:lnTo>
                  <a:lnTo>
                    <a:pt x="712012" y="5181600"/>
                  </a:lnTo>
                  <a:lnTo>
                    <a:pt x="711657" y="5181600"/>
                  </a:lnTo>
                  <a:lnTo>
                    <a:pt x="718210" y="5219700"/>
                  </a:lnTo>
                  <a:lnTo>
                    <a:pt x="717829" y="5219700"/>
                  </a:lnTo>
                  <a:lnTo>
                    <a:pt x="724598" y="5245100"/>
                  </a:lnTo>
                  <a:lnTo>
                    <a:pt x="724204" y="5245100"/>
                  </a:lnTo>
                  <a:lnTo>
                    <a:pt x="731177" y="5283200"/>
                  </a:lnTo>
                  <a:lnTo>
                    <a:pt x="733162" y="5283200"/>
                  </a:lnTo>
                  <a:lnTo>
                    <a:pt x="737946" y="5308600"/>
                  </a:lnTo>
                  <a:lnTo>
                    <a:pt x="737539" y="5308600"/>
                  </a:lnTo>
                  <a:lnTo>
                    <a:pt x="744905" y="5346700"/>
                  </a:lnTo>
                  <a:lnTo>
                    <a:pt x="747009" y="5346700"/>
                  </a:lnTo>
                  <a:lnTo>
                    <a:pt x="752055" y="5372100"/>
                  </a:lnTo>
                  <a:lnTo>
                    <a:pt x="751624" y="5372100"/>
                  </a:lnTo>
                  <a:lnTo>
                    <a:pt x="759396" y="5410200"/>
                  </a:lnTo>
                  <a:lnTo>
                    <a:pt x="761610" y="5410200"/>
                  </a:lnTo>
                  <a:lnTo>
                    <a:pt x="766927" y="5435600"/>
                  </a:lnTo>
                  <a:lnTo>
                    <a:pt x="766470" y="5435600"/>
                  </a:lnTo>
                  <a:lnTo>
                    <a:pt x="774649" y="5461000"/>
                  </a:lnTo>
                  <a:lnTo>
                    <a:pt x="774179" y="5461000"/>
                  </a:lnTo>
                  <a:lnTo>
                    <a:pt x="782548" y="5499100"/>
                  </a:lnTo>
                  <a:lnTo>
                    <a:pt x="782065" y="5499100"/>
                  </a:lnTo>
                  <a:lnTo>
                    <a:pt x="790638" y="5524500"/>
                  </a:lnTo>
                  <a:lnTo>
                    <a:pt x="790143" y="5524500"/>
                  </a:lnTo>
                  <a:lnTo>
                    <a:pt x="798918" y="5562600"/>
                  </a:lnTo>
                  <a:lnTo>
                    <a:pt x="798410" y="5562600"/>
                  </a:lnTo>
                  <a:lnTo>
                    <a:pt x="807377" y="5588000"/>
                  </a:lnTo>
                  <a:lnTo>
                    <a:pt x="806869" y="5588000"/>
                  </a:lnTo>
                  <a:lnTo>
                    <a:pt x="816025" y="5626100"/>
                  </a:lnTo>
                  <a:lnTo>
                    <a:pt x="818625" y="5626100"/>
                  </a:lnTo>
                  <a:lnTo>
                    <a:pt x="824865" y="5651500"/>
                  </a:lnTo>
                  <a:lnTo>
                    <a:pt x="824331" y="5651500"/>
                  </a:lnTo>
                  <a:lnTo>
                    <a:pt x="833882" y="5676900"/>
                  </a:lnTo>
                  <a:lnTo>
                    <a:pt x="833335" y="5676900"/>
                  </a:lnTo>
                  <a:lnTo>
                    <a:pt x="843076" y="5715000"/>
                  </a:lnTo>
                  <a:lnTo>
                    <a:pt x="842517" y="5715000"/>
                  </a:lnTo>
                  <a:lnTo>
                    <a:pt x="852462" y="5740400"/>
                  </a:lnTo>
                  <a:lnTo>
                    <a:pt x="851890" y="5740400"/>
                  </a:lnTo>
                  <a:lnTo>
                    <a:pt x="862025" y="5778500"/>
                  </a:lnTo>
                  <a:lnTo>
                    <a:pt x="861453" y="5778500"/>
                  </a:lnTo>
                  <a:lnTo>
                    <a:pt x="871778" y="5803900"/>
                  </a:lnTo>
                  <a:lnTo>
                    <a:pt x="871181" y="5803900"/>
                  </a:lnTo>
                  <a:lnTo>
                    <a:pt x="881697" y="5829300"/>
                  </a:lnTo>
                  <a:lnTo>
                    <a:pt x="881100" y="5829300"/>
                  </a:lnTo>
                  <a:lnTo>
                    <a:pt x="891806" y="5867400"/>
                  </a:lnTo>
                  <a:lnTo>
                    <a:pt x="891197" y="5867400"/>
                  </a:lnTo>
                  <a:lnTo>
                    <a:pt x="902093" y="5892800"/>
                  </a:lnTo>
                  <a:lnTo>
                    <a:pt x="901471" y="5892800"/>
                  </a:lnTo>
                  <a:lnTo>
                    <a:pt x="912558" y="5930900"/>
                  </a:lnTo>
                  <a:lnTo>
                    <a:pt x="915686" y="5930900"/>
                  </a:lnTo>
                  <a:lnTo>
                    <a:pt x="923213" y="5956300"/>
                  </a:lnTo>
                  <a:lnTo>
                    <a:pt x="922566" y="5956300"/>
                  </a:lnTo>
                  <a:lnTo>
                    <a:pt x="934034" y="5981700"/>
                  </a:lnTo>
                  <a:lnTo>
                    <a:pt x="933373" y="5981700"/>
                  </a:lnTo>
                  <a:lnTo>
                    <a:pt x="945032" y="6019800"/>
                  </a:lnTo>
                  <a:lnTo>
                    <a:pt x="948304" y="6019800"/>
                  </a:lnTo>
                  <a:lnTo>
                    <a:pt x="956195" y="6045200"/>
                  </a:lnTo>
                  <a:lnTo>
                    <a:pt x="955522" y="6045200"/>
                  </a:lnTo>
                  <a:lnTo>
                    <a:pt x="967549" y="6070600"/>
                  </a:lnTo>
                  <a:lnTo>
                    <a:pt x="966863" y="6070600"/>
                  </a:lnTo>
                  <a:lnTo>
                    <a:pt x="979081" y="6108700"/>
                  </a:lnTo>
                  <a:lnTo>
                    <a:pt x="982514" y="6108700"/>
                  </a:lnTo>
                  <a:lnTo>
                    <a:pt x="990777" y="6134100"/>
                  </a:lnTo>
                  <a:lnTo>
                    <a:pt x="990066" y="6134100"/>
                  </a:lnTo>
                  <a:lnTo>
                    <a:pt x="1002652" y="6159500"/>
                  </a:lnTo>
                  <a:lnTo>
                    <a:pt x="1001928" y="6159500"/>
                  </a:lnTo>
                  <a:lnTo>
                    <a:pt x="1014691" y="6184900"/>
                  </a:lnTo>
                  <a:lnTo>
                    <a:pt x="1013967" y="6184900"/>
                  </a:lnTo>
                  <a:lnTo>
                    <a:pt x="1026922" y="6223000"/>
                  </a:lnTo>
                  <a:lnTo>
                    <a:pt x="1026172" y="6223000"/>
                  </a:lnTo>
                  <a:lnTo>
                    <a:pt x="1039304" y="6248400"/>
                  </a:lnTo>
                  <a:lnTo>
                    <a:pt x="1038555" y="6248400"/>
                  </a:lnTo>
                  <a:lnTo>
                    <a:pt x="1051864" y="6273800"/>
                  </a:lnTo>
                  <a:lnTo>
                    <a:pt x="1051115" y="6273800"/>
                  </a:lnTo>
                  <a:lnTo>
                    <a:pt x="1064602" y="6311900"/>
                  </a:lnTo>
                  <a:lnTo>
                    <a:pt x="1068395" y="6311900"/>
                  </a:lnTo>
                  <a:lnTo>
                    <a:pt x="1077506" y="6337300"/>
                  </a:lnTo>
                  <a:lnTo>
                    <a:pt x="1076731" y="6337300"/>
                  </a:lnTo>
                  <a:lnTo>
                    <a:pt x="1090587" y="6362700"/>
                  </a:lnTo>
                  <a:lnTo>
                    <a:pt x="1089786" y="6362700"/>
                  </a:lnTo>
                  <a:lnTo>
                    <a:pt x="1103820" y="6388100"/>
                  </a:lnTo>
                  <a:lnTo>
                    <a:pt x="1103020" y="6388100"/>
                  </a:lnTo>
                  <a:lnTo>
                    <a:pt x="1117231" y="6426200"/>
                  </a:lnTo>
                  <a:lnTo>
                    <a:pt x="1116418" y="6426200"/>
                  </a:lnTo>
                  <a:lnTo>
                    <a:pt x="1130807" y="6451600"/>
                  </a:lnTo>
                  <a:lnTo>
                    <a:pt x="1129995" y="6451600"/>
                  </a:lnTo>
                  <a:lnTo>
                    <a:pt x="1144562" y="6477000"/>
                  </a:lnTo>
                  <a:lnTo>
                    <a:pt x="1143723" y="6477000"/>
                  </a:lnTo>
                  <a:lnTo>
                    <a:pt x="1158468" y="6502400"/>
                  </a:lnTo>
                  <a:lnTo>
                    <a:pt x="1157630" y="6502400"/>
                  </a:lnTo>
                  <a:lnTo>
                    <a:pt x="1172540" y="6540500"/>
                  </a:lnTo>
                  <a:lnTo>
                    <a:pt x="1176731" y="6540500"/>
                  </a:lnTo>
                  <a:lnTo>
                    <a:pt x="1186789" y="6565900"/>
                  </a:lnTo>
                  <a:lnTo>
                    <a:pt x="1185926" y="6565900"/>
                  </a:lnTo>
                  <a:lnTo>
                    <a:pt x="1201191" y="6591300"/>
                  </a:lnTo>
                  <a:lnTo>
                    <a:pt x="1200327" y="6591300"/>
                  </a:lnTo>
                  <a:lnTo>
                    <a:pt x="1215758" y="6616700"/>
                  </a:lnTo>
                  <a:lnTo>
                    <a:pt x="1214882" y="6616700"/>
                  </a:lnTo>
                  <a:lnTo>
                    <a:pt x="1230490" y="6642100"/>
                  </a:lnTo>
                  <a:lnTo>
                    <a:pt x="1229601" y="6642100"/>
                  </a:lnTo>
                  <a:lnTo>
                    <a:pt x="1245387" y="6667500"/>
                  </a:lnTo>
                  <a:lnTo>
                    <a:pt x="1244498" y="6667500"/>
                  </a:lnTo>
                  <a:lnTo>
                    <a:pt x="1260449" y="6705600"/>
                  </a:lnTo>
                  <a:lnTo>
                    <a:pt x="1259547" y="6705600"/>
                  </a:lnTo>
                  <a:lnTo>
                    <a:pt x="1275664" y="6731000"/>
                  </a:lnTo>
                  <a:lnTo>
                    <a:pt x="1274749" y="6731000"/>
                  </a:lnTo>
                  <a:lnTo>
                    <a:pt x="1291043" y="6756400"/>
                  </a:lnTo>
                  <a:lnTo>
                    <a:pt x="1290116" y="6756400"/>
                  </a:lnTo>
                  <a:lnTo>
                    <a:pt x="1306588" y="6781800"/>
                  </a:lnTo>
                  <a:lnTo>
                    <a:pt x="1305648" y="6781800"/>
                  </a:lnTo>
                  <a:lnTo>
                    <a:pt x="1322285" y="6807200"/>
                  </a:lnTo>
                  <a:lnTo>
                    <a:pt x="1321346" y="6807200"/>
                  </a:lnTo>
                  <a:lnTo>
                    <a:pt x="1338135" y="6832600"/>
                  </a:lnTo>
                  <a:lnTo>
                    <a:pt x="1337195" y="6832600"/>
                  </a:lnTo>
                  <a:lnTo>
                    <a:pt x="1354150" y="6858000"/>
                  </a:lnTo>
                  <a:lnTo>
                    <a:pt x="1353197" y="6858000"/>
                  </a:lnTo>
                  <a:lnTo>
                    <a:pt x="1370330" y="6896100"/>
                  </a:lnTo>
                  <a:lnTo>
                    <a:pt x="1375130" y="6896100"/>
                  </a:lnTo>
                  <a:lnTo>
                    <a:pt x="1386662" y="6921500"/>
                  </a:lnTo>
                  <a:lnTo>
                    <a:pt x="1385684" y="6921500"/>
                  </a:lnTo>
                  <a:lnTo>
                    <a:pt x="1403146" y="6946900"/>
                  </a:lnTo>
                  <a:lnTo>
                    <a:pt x="1402156" y="6946900"/>
                  </a:lnTo>
                  <a:lnTo>
                    <a:pt x="1419783" y="6972300"/>
                  </a:lnTo>
                  <a:lnTo>
                    <a:pt x="1418793" y="6972300"/>
                  </a:lnTo>
                  <a:lnTo>
                    <a:pt x="1436585" y="6997700"/>
                  </a:lnTo>
                  <a:lnTo>
                    <a:pt x="1435582" y="6997700"/>
                  </a:lnTo>
                  <a:lnTo>
                    <a:pt x="1453540" y="7023100"/>
                  </a:lnTo>
                  <a:lnTo>
                    <a:pt x="1452524" y="7023100"/>
                  </a:lnTo>
                  <a:lnTo>
                    <a:pt x="1470634" y="7048500"/>
                  </a:lnTo>
                  <a:lnTo>
                    <a:pt x="1469618" y="7048500"/>
                  </a:lnTo>
                  <a:lnTo>
                    <a:pt x="1487893" y="7073900"/>
                  </a:lnTo>
                  <a:lnTo>
                    <a:pt x="1486865" y="7073900"/>
                  </a:lnTo>
                  <a:lnTo>
                    <a:pt x="1505305" y="7099300"/>
                  </a:lnTo>
                  <a:lnTo>
                    <a:pt x="1504264" y="7099300"/>
                  </a:lnTo>
                  <a:lnTo>
                    <a:pt x="1522869" y="7124700"/>
                  </a:lnTo>
                  <a:lnTo>
                    <a:pt x="1521828" y="7124700"/>
                  </a:lnTo>
                  <a:lnTo>
                    <a:pt x="1540586" y="7150100"/>
                  </a:lnTo>
                  <a:lnTo>
                    <a:pt x="1539532" y="7150100"/>
                  </a:lnTo>
                  <a:lnTo>
                    <a:pt x="1558442" y="7175500"/>
                  </a:lnTo>
                  <a:lnTo>
                    <a:pt x="1557375" y="7175500"/>
                  </a:lnTo>
                  <a:lnTo>
                    <a:pt x="1576463" y="7200900"/>
                  </a:lnTo>
                  <a:lnTo>
                    <a:pt x="1575384" y="7200900"/>
                  </a:lnTo>
                  <a:lnTo>
                    <a:pt x="1594624" y="7226300"/>
                  </a:lnTo>
                  <a:lnTo>
                    <a:pt x="1593545" y="7226300"/>
                  </a:lnTo>
                  <a:lnTo>
                    <a:pt x="1612938" y="7251700"/>
                  </a:lnTo>
                  <a:lnTo>
                    <a:pt x="1611845" y="7251700"/>
                  </a:lnTo>
                  <a:lnTo>
                    <a:pt x="1631391" y="7277100"/>
                  </a:lnTo>
                  <a:lnTo>
                    <a:pt x="1630299" y="7277100"/>
                  </a:lnTo>
                  <a:lnTo>
                    <a:pt x="1649996" y="7302500"/>
                  </a:lnTo>
                  <a:lnTo>
                    <a:pt x="1648891" y="7302500"/>
                  </a:lnTo>
                  <a:lnTo>
                    <a:pt x="1668754" y="7327900"/>
                  </a:lnTo>
                  <a:lnTo>
                    <a:pt x="1667636" y="7327900"/>
                  </a:lnTo>
                  <a:lnTo>
                    <a:pt x="1687652" y="7353300"/>
                  </a:lnTo>
                  <a:lnTo>
                    <a:pt x="1686521" y="7353300"/>
                  </a:lnTo>
                  <a:lnTo>
                    <a:pt x="1706702" y="7378700"/>
                  </a:lnTo>
                  <a:lnTo>
                    <a:pt x="1705559" y="7378700"/>
                  </a:lnTo>
                  <a:lnTo>
                    <a:pt x="1725891" y="7404100"/>
                  </a:lnTo>
                  <a:lnTo>
                    <a:pt x="1724748" y="7404100"/>
                  </a:lnTo>
                  <a:lnTo>
                    <a:pt x="1745221" y="7429500"/>
                  </a:lnTo>
                  <a:lnTo>
                    <a:pt x="1744065" y="7429500"/>
                  </a:lnTo>
                  <a:lnTo>
                    <a:pt x="1764703" y="7454900"/>
                  </a:lnTo>
                  <a:lnTo>
                    <a:pt x="1763534" y="7454900"/>
                  </a:lnTo>
                  <a:lnTo>
                    <a:pt x="1784324" y="7480300"/>
                  </a:lnTo>
                  <a:lnTo>
                    <a:pt x="1783156" y="7480300"/>
                  </a:lnTo>
                  <a:lnTo>
                    <a:pt x="1804085" y="7505700"/>
                  </a:lnTo>
                  <a:lnTo>
                    <a:pt x="1811083" y="7505700"/>
                  </a:lnTo>
                  <a:lnTo>
                    <a:pt x="1811083" y="8420100"/>
                  </a:lnTo>
                  <a:close/>
                </a:path>
                <a:path w="1811655" h="8420100">
                  <a:moveTo>
                    <a:pt x="1724748" y="1003300"/>
                  </a:moveTo>
                  <a:lnTo>
                    <a:pt x="1725891" y="990600"/>
                  </a:lnTo>
                  <a:lnTo>
                    <a:pt x="1734985" y="990600"/>
                  </a:lnTo>
                  <a:lnTo>
                    <a:pt x="1724748" y="1003300"/>
                  </a:lnTo>
                  <a:close/>
                </a:path>
                <a:path w="1811655" h="8420100">
                  <a:moveTo>
                    <a:pt x="1705559" y="1028700"/>
                  </a:moveTo>
                  <a:lnTo>
                    <a:pt x="1706702" y="1016000"/>
                  </a:lnTo>
                  <a:lnTo>
                    <a:pt x="1712336" y="1016000"/>
                  </a:lnTo>
                  <a:lnTo>
                    <a:pt x="1705559" y="1028700"/>
                  </a:lnTo>
                  <a:close/>
                </a:path>
                <a:path w="1811655" h="8420100">
                  <a:moveTo>
                    <a:pt x="1469618" y="1358900"/>
                  </a:moveTo>
                  <a:lnTo>
                    <a:pt x="1470634" y="1346200"/>
                  </a:lnTo>
                  <a:lnTo>
                    <a:pt x="1475710" y="1346200"/>
                  </a:lnTo>
                  <a:lnTo>
                    <a:pt x="1469618" y="1358900"/>
                  </a:lnTo>
                  <a:close/>
                </a:path>
                <a:path w="1811655" h="8420100">
                  <a:moveTo>
                    <a:pt x="1452524" y="1384300"/>
                  </a:moveTo>
                  <a:lnTo>
                    <a:pt x="1453540" y="1371600"/>
                  </a:lnTo>
                  <a:lnTo>
                    <a:pt x="1458561" y="1371600"/>
                  </a:lnTo>
                  <a:lnTo>
                    <a:pt x="1452524" y="1384300"/>
                  </a:lnTo>
                  <a:close/>
                </a:path>
                <a:path w="1811655" h="8420100">
                  <a:moveTo>
                    <a:pt x="1290116" y="1651000"/>
                  </a:moveTo>
                  <a:lnTo>
                    <a:pt x="1291043" y="1638300"/>
                  </a:lnTo>
                  <a:lnTo>
                    <a:pt x="1295607" y="1638300"/>
                  </a:lnTo>
                  <a:lnTo>
                    <a:pt x="1290116" y="1651000"/>
                  </a:lnTo>
                  <a:close/>
                </a:path>
                <a:path w="1811655" h="8420100">
                  <a:moveTo>
                    <a:pt x="1038555" y="2159000"/>
                  </a:moveTo>
                  <a:lnTo>
                    <a:pt x="1039304" y="2146300"/>
                  </a:lnTo>
                  <a:lnTo>
                    <a:pt x="1042991" y="2146300"/>
                  </a:lnTo>
                  <a:lnTo>
                    <a:pt x="1038555" y="2159000"/>
                  </a:lnTo>
                  <a:close/>
                </a:path>
                <a:path w="1811655" h="8420100">
                  <a:moveTo>
                    <a:pt x="871181" y="2603500"/>
                  </a:moveTo>
                  <a:lnTo>
                    <a:pt x="871778" y="2590800"/>
                  </a:lnTo>
                  <a:lnTo>
                    <a:pt x="874687" y="2590800"/>
                  </a:lnTo>
                  <a:lnTo>
                    <a:pt x="871181" y="2603500"/>
                  </a:lnTo>
                  <a:close/>
                </a:path>
                <a:path w="1811655" h="8420100">
                  <a:moveTo>
                    <a:pt x="824331" y="2755900"/>
                  </a:moveTo>
                  <a:lnTo>
                    <a:pt x="824865" y="2743200"/>
                  </a:lnTo>
                  <a:lnTo>
                    <a:pt x="827515" y="2743200"/>
                  </a:lnTo>
                  <a:lnTo>
                    <a:pt x="824331" y="2755900"/>
                  </a:lnTo>
                  <a:close/>
                </a:path>
                <a:path w="1811655" h="8420100">
                  <a:moveTo>
                    <a:pt x="766470" y="2971800"/>
                  </a:moveTo>
                  <a:lnTo>
                    <a:pt x="766927" y="2959100"/>
                  </a:lnTo>
                  <a:lnTo>
                    <a:pt x="769196" y="2959100"/>
                  </a:lnTo>
                  <a:lnTo>
                    <a:pt x="766470" y="2971800"/>
                  </a:lnTo>
                  <a:close/>
                </a:path>
                <a:path w="1811655" h="8420100">
                  <a:moveTo>
                    <a:pt x="751624" y="3035300"/>
                  </a:moveTo>
                  <a:lnTo>
                    <a:pt x="752055" y="3022600"/>
                  </a:lnTo>
                  <a:lnTo>
                    <a:pt x="754214" y="3022600"/>
                  </a:lnTo>
                  <a:lnTo>
                    <a:pt x="751624" y="3035300"/>
                  </a:lnTo>
                  <a:close/>
                </a:path>
                <a:path w="1811655" h="8420100">
                  <a:moveTo>
                    <a:pt x="688860" y="3352800"/>
                  </a:moveTo>
                  <a:lnTo>
                    <a:pt x="689178" y="3340100"/>
                  </a:lnTo>
                  <a:lnTo>
                    <a:pt x="690774" y="3340100"/>
                  </a:lnTo>
                  <a:lnTo>
                    <a:pt x="688860" y="3352800"/>
                  </a:lnTo>
                  <a:close/>
                </a:path>
                <a:path w="1811655" h="8420100">
                  <a:moveTo>
                    <a:pt x="678649" y="3416300"/>
                  </a:moveTo>
                  <a:lnTo>
                    <a:pt x="678942" y="3403600"/>
                  </a:lnTo>
                  <a:lnTo>
                    <a:pt x="680419" y="3403600"/>
                  </a:lnTo>
                  <a:lnTo>
                    <a:pt x="678649" y="3416300"/>
                  </a:lnTo>
                  <a:close/>
                </a:path>
                <a:path w="1811655" h="8420100">
                  <a:moveTo>
                    <a:pt x="669213" y="3479800"/>
                  </a:moveTo>
                  <a:lnTo>
                    <a:pt x="669480" y="3467100"/>
                  </a:lnTo>
                  <a:lnTo>
                    <a:pt x="670847" y="3467100"/>
                  </a:lnTo>
                  <a:lnTo>
                    <a:pt x="669213" y="3479800"/>
                  </a:lnTo>
                  <a:close/>
                </a:path>
                <a:path w="1811655" h="8420100">
                  <a:moveTo>
                    <a:pt x="642492" y="3708400"/>
                  </a:moveTo>
                  <a:lnTo>
                    <a:pt x="642670" y="3695700"/>
                  </a:lnTo>
                  <a:lnTo>
                    <a:pt x="643627" y="3695700"/>
                  </a:lnTo>
                  <a:lnTo>
                    <a:pt x="642492" y="3708400"/>
                  </a:lnTo>
                  <a:close/>
                </a:path>
                <a:path w="1811655" h="8420100">
                  <a:moveTo>
                    <a:pt x="629475" y="3873500"/>
                  </a:moveTo>
                  <a:lnTo>
                    <a:pt x="629602" y="3860800"/>
                  </a:lnTo>
                  <a:lnTo>
                    <a:pt x="630250" y="3860800"/>
                  </a:lnTo>
                  <a:lnTo>
                    <a:pt x="629475" y="3873500"/>
                  </a:lnTo>
                  <a:close/>
                </a:path>
                <a:path w="1811655" h="8420100">
                  <a:moveTo>
                    <a:pt x="621626" y="4038600"/>
                  </a:moveTo>
                  <a:lnTo>
                    <a:pt x="621677" y="4025900"/>
                  </a:lnTo>
                  <a:lnTo>
                    <a:pt x="622033" y="4025900"/>
                  </a:lnTo>
                  <a:lnTo>
                    <a:pt x="621626" y="4038600"/>
                  </a:lnTo>
                  <a:close/>
                </a:path>
                <a:path w="1811655" h="8420100">
                  <a:moveTo>
                    <a:pt x="623227" y="4406900"/>
                  </a:moveTo>
                  <a:lnTo>
                    <a:pt x="622846" y="4406900"/>
                  </a:lnTo>
                  <a:lnTo>
                    <a:pt x="622769" y="4394200"/>
                  </a:lnTo>
                  <a:lnTo>
                    <a:pt x="623227" y="4406900"/>
                  </a:lnTo>
                  <a:close/>
                </a:path>
                <a:path w="1811655" h="8420100">
                  <a:moveTo>
                    <a:pt x="646912" y="4737100"/>
                  </a:moveTo>
                  <a:lnTo>
                    <a:pt x="645896" y="4737100"/>
                  </a:lnTo>
                  <a:lnTo>
                    <a:pt x="645706" y="4724400"/>
                  </a:lnTo>
                  <a:lnTo>
                    <a:pt x="646912" y="4737100"/>
                  </a:lnTo>
                  <a:close/>
                </a:path>
                <a:path w="1811655" h="8420100">
                  <a:moveTo>
                    <a:pt x="675538" y="4965700"/>
                  </a:moveTo>
                  <a:lnTo>
                    <a:pt x="674115" y="4965700"/>
                  </a:lnTo>
                  <a:lnTo>
                    <a:pt x="673836" y="4953000"/>
                  </a:lnTo>
                  <a:lnTo>
                    <a:pt x="675538" y="4965700"/>
                  </a:lnTo>
                  <a:close/>
                </a:path>
                <a:path w="1811655" h="8420100">
                  <a:moveTo>
                    <a:pt x="685495" y="5029200"/>
                  </a:moveTo>
                  <a:lnTo>
                    <a:pt x="683958" y="5029200"/>
                  </a:lnTo>
                  <a:lnTo>
                    <a:pt x="683653" y="5016500"/>
                  </a:lnTo>
                  <a:lnTo>
                    <a:pt x="685495" y="5029200"/>
                  </a:lnTo>
                  <a:close/>
                </a:path>
                <a:path w="1811655" h="8420100">
                  <a:moveTo>
                    <a:pt x="696252" y="5092700"/>
                  </a:moveTo>
                  <a:lnTo>
                    <a:pt x="694601" y="5092700"/>
                  </a:lnTo>
                  <a:lnTo>
                    <a:pt x="694270" y="5080000"/>
                  </a:lnTo>
                  <a:lnTo>
                    <a:pt x="696252" y="5092700"/>
                  </a:lnTo>
                  <a:close/>
                </a:path>
                <a:path w="1811655" h="8420100">
                  <a:moveTo>
                    <a:pt x="707779" y="5156200"/>
                  </a:moveTo>
                  <a:lnTo>
                    <a:pt x="706018" y="5156200"/>
                  </a:lnTo>
                  <a:lnTo>
                    <a:pt x="705662" y="5143500"/>
                  </a:lnTo>
                  <a:lnTo>
                    <a:pt x="707779" y="5156200"/>
                  </a:lnTo>
                  <a:close/>
                </a:path>
                <a:path w="1811655" h="8420100">
                  <a:moveTo>
                    <a:pt x="733162" y="5283200"/>
                  </a:moveTo>
                  <a:lnTo>
                    <a:pt x="731177" y="5283200"/>
                  </a:lnTo>
                  <a:lnTo>
                    <a:pt x="730770" y="5270500"/>
                  </a:lnTo>
                  <a:lnTo>
                    <a:pt x="733162" y="5283200"/>
                  </a:lnTo>
                  <a:close/>
                </a:path>
                <a:path w="1811655" h="8420100">
                  <a:moveTo>
                    <a:pt x="747009" y="5346700"/>
                  </a:moveTo>
                  <a:lnTo>
                    <a:pt x="744905" y="5346700"/>
                  </a:lnTo>
                  <a:lnTo>
                    <a:pt x="744486" y="5334000"/>
                  </a:lnTo>
                  <a:lnTo>
                    <a:pt x="747009" y="5346700"/>
                  </a:lnTo>
                  <a:close/>
                </a:path>
                <a:path w="1811655" h="8420100">
                  <a:moveTo>
                    <a:pt x="761610" y="5410200"/>
                  </a:moveTo>
                  <a:lnTo>
                    <a:pt x="759396" y="5410200"/>
                  </a:lnTo>
                  <a:lnTo>
                    <a:pt x="758951" y="5397500"/>
                  </a:lnTo>
                  <a:lnTo>
                    <a:pt x="761610" y="5410200"/>
                  </a:lnTo>
                  <a:close/>
                </a:path>
                <a:path w="1811655" h="8420100">
                  <a:moveTo>
                    <a:pt x="818625" y="5626100"/>
                  </a:moveTo>
                  <a:lnTo>
                    <a:pt x="816025" y="5626100"/>
                  </a:lnTo>
                  <a:lnTo>
                    <a:pt x="815505" y="5613400"/>
                  </a:lnTo>
                  <a:lnTo>
                    <a:pt x="818625" y="5626100"/>
                  </a:lnTo>
                  <a:close/>
                </a:path>
                <a:path w="1811655" h="8420100">
                  <a:moveTo>
                    <a:pt x="915686" y="5930900"/>
                  </a:moveTo>
                  <a:lnTo>
                    <a:pt x="912558" y="5930900"/>
                  </a:lnTo>
                  <a:lnTo>
                    <a:pt x="911923" y="5918200"/>
                  </a:lnTo>
                  <a:lnTo>
                    <a:pt x="915686" y="5930900"/>
                  </a:lnTo>
                  <a:close/>
                </a:path>
                <a:path w="1811655" h="8420100">
                  <a:moveTo>
                    <a:pt x="948304" y="6019800"/>
                  </a:moveTo>
                  <a:lnTo>
                    <a:pt x="945032" y="6019800"/>
                  </a:lnTo>
                  <a:lnTo>
                    <a:pt x="944359" y="6007100"/>
                  </a:lnTo>
                  <a:lnTo>
                    <a:pt x="948304" y="6019800"/>
                  </a:lnTo>
                  <a:close/>
                </a:path>
                <a:path w="1811655" h="8420100">
                  <a:moveTo>
                    <a:pt x="982514" y="6108700"/>
                  </a:moveTo>
                  <a:lnTo>
                    <a:pt x="979081" y="6108700"/>
                  </a:lnTo>
                  <a:lnTo>
                    <a:pt x="978382" y="6096000"/>
                  </a:lnTo>
                  <a:lnTo>
                    <a:pt x="982514" y="6108700"/>
                  </a:lnTo>
                  <a:close/>
                </a:path>
                <a:path w="1811655" h="8420100">
                  <a:moveTo>
                    <a:pt x="1068395" y="6311900"/>
                  </a:moveTo>
                  <a:lnTo>
                    <a:pt x="1064602" y="6311900"/>
                  </a:lnTo>
                  <a:lnTo>
                    <a:pt x="1063840" y="6299200"/>
                  </a:lnTo>
                  <a:lnTo>
                    <a:pt x="1068395" y="6311900"/>
                  </a:lnTo>
                  <a:close/>
                </a:path>
                <a:path w="1811655" h="8420100">
                  <a:moveTo>
                    <a:pt x="1176731" y="6540500"/>
                  </a:moveTo>
                  <a:lnTo>
                    <a:pt x="1172540" y="6540500"/>
                  </a:lnTo>
                  <a:lnTo>
                    <a:pt x="1171702" y="6527800"/>
                  </a:lnTo>
                  <a:lnTo>
                    <a:pt x="1176731" y="6540500"/>
                  </a:lnTo>
                  <a:close/>
                </a:path>
                <a:path w="1811655" h="8420100">
                  <a:moveTo>
                    <a:pt x="1375130" y="6896100"/>
                  </a:moveTo>
                  <a:lnTo>
                    <a:pt x="1370330" y="6896100"/>
                  </a:lnTo>
                  <a:lnTo>
                    <a:pt x="1369364" y="6883400"/>
                  </a:lnTo>
                  <a:lnTo>
                    <a:pt x="1375130" y="6896100"/>
                  </a:lnTo>
                  <a:close/>
                </a:path>
                <a:path w="1811655" h="8420100">
                  <a:moveTo>
                    <a:pt x="1811083" y="7505700"/>
                  </a:moveTo>
                  <a:lnTo>
                    <a:pt x="1804085" y="7505700"/>
                  </a:lnTo>
                  <a:lnTo>
                    <a:pt x="1802904" y="7493000"/>
                  </a:lnTo>
                  <a:lnTo>
                    <a:pt x="1811083" y="7505700"/>
                  </a:lnTo>
                  <a:close/>
                </a:path>
              </a:pathLst>
            </a:custGeom>
            <a:solidFill>
              <a:srgbClr val="FC611F">
                <a:alpha val="11799"/>
              </a:srgbClr>
            </a:solidFill>
          </p:spPr>
          <p:txBody>
            <a:bodyPr wrap="square" lIns="0" tIns="0" rIns="0" bIns="0" rtlCol="0"/>
            <a:lstStyle/>
            <a:p>
              <a:endParaRPr/>
            </a:p>
          </p:txBody>
        </p:sp>
      </p:grpSp>
      <p:sp>
        <p:nvSpPr>
          <p:cNvPr id="23" name="object 23" descr="$PPTXTitle"/>
          <p:cNvSpPr txBox="1">
            <a:spLocks noGrp="1"/>
          </p:cNvSpPr>
          <p:nvPr>
            <p:ph type="title"/>
          </p:nvPr>
        </p:nvSpPr>
        <p:spPr>
          <a:prstGeom prst="rect">
            <a:avLst/>
          </a:prstGeom>
        </p:spPr>
        <p:txBody>
          <a:bodyPr vert="horz" wrap="square" lIns="0" tIns="12700" rIns="0" bIns="0" rtlCol="0">
            <a:spAutoFit/>
          </a:bodyPr>
          <a:lstStyle/>
          <a:p>
            <a:pPr marL="1673225">
              <a:lnSpc>
                <a:spcPct val="100000"/>
              </a:lnSpc>
              <a:spcBef>
                <a:spcPts val="100"/>
              </a:spcBef>
            </a:pPr>
            <a:r>
              <a:rPr dirty="0"/>
              <a:t>AD</a:t>
            </a:r>
            <a:r>
              <a:rPr spc="-620" dirty="0"/>
              <a:t>V</a:t>
            </a:r>
            <a:r>
              <a:rPr dirty="0"/>
              <a:t>AN</a:t>
            </a:r>
            <a:r>
              <a:rPr spc="-360" dirty="0"/>
              <a:t>T</a:t>
            </a:r>
            <a:r>
              <a:rPr dirty="0"/>
              <a:t>A</a:t>
            </a:r>
            <a:r>
              <a:rPr spc="5" dirty="0"/>
              <a:t>G</a:t>
            </a:r>
            <a:r>
              <a:rPr dirty="0"/>
              <a:t>E</a:t>
            </a:r>
            <a:r>
              <a:rPr spc="5" dirty="0"/>
              <a:t>S</a:t>
            </a:r>
            <a:r>
              <a:rPr spc="-80" dirty="0"/>
              <a:t> </a:t>
            </a:r>
            <a:r>
              <a:rPr dirty="0"/>
              <a:t>&amp;</a:t>
            </a:r>
            <a:r>
              <a:rPr spc="-75" dirty="0"/>
              <a:t> </a:t>
            </a:r>
            <a:r>
              <a:rPr spc="-50" dirty="0"/>
              <a:t>LIMITATIONS</a:t>
            </a:r>
          </a:p>
        </p:txBody>
      </p:sp>
      <p:sp>
        <p:nvSpPr>
          <p:cNvPr id="24" name="object 24"/>
          <p:cNvSpPr txBox="1"/>
          <p:nvPr/>
        </p:nvSpPr>
        <p:spPr>
          <a:xfrm>
            <a:off x="3355340" y="1802765"/>
            <a:ext cx="1921510" cy="451484"/>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Times New Roman"/>
                <a:cs typeface="Times New Roman"/>
              </a:rPr>
              <a:t>Advantages:</a:t>
            </a:r>
            <a:endParaRPr sz="2800">
              <a:latin typeface="Times New Roman"/>
              <a:cs typeface="Times New Roman"/>
            </a:endParaRPr>
          </a:p>
        </p:txBody>
      </p:sp>
      <p:sp>
        <p:nvSpPr>
          <p:cNvPr id="25" name="object 25"/>
          <p:cNvSpPr txBox="1"/>
          <p:nvPr/>
        </p:nvSpPr>
        <p:spPr>
          <a:xfrm>
            <a:off x="3355340" y="2229485"/>
            <a:ext cx="3644265" cy="2158365"/>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Reduces</a:t>
            </a:r>
            <a:r>
              <a:rPr sz="2800" spc="-35" dirty="0">
                <a:latin typeface="Times New Roman"/>
                <a:cs typeface="Times New Roman"/>
              </a:rPr>
              <a:t> </a:t>
            </a:r>
            <a:r>
              <a:rPr sz="2800" dirty="0">
                <a:latin typeface="Times New Roman"/>
                <a:cs typeface="Times New Roman"/>
              </a:rPr>
              <a:t>manual</a:t>
            </a:r>
            <a:r>
              <a:rPr sz="2800" spc="-35" dirty="0">
                <a:latin typeface="Times New Roman"/>
                <a:cs typeface="Times New Roman"/>
              </a:rPr>
              <a:t> </a:t>
            </a:r>
            <a:r>
              <a:rPr sz="2800" spc="-20" dirty="0">
                <a:latin typeface="Times New Roman"/>
                <a:cs typeface="Times New Roman"/>
              </a:rPr>
              <a:t>work</a:t>
            </a:r>
            <a:endParaRPr sz="2800">
              <a:latin typeface="Times New Roman"/>
              <a:cs typeface="Times New Roman"/>
            </a:endParaRPr>
          </a:p>
          <a:p>
            <a:pPr marL="469265" indent="-456565">
              <a:lnSpc>
                <a:spcPct val="100000"/>
              </a:lnSpc>
              <a:buFont typeface="Arial MT"/>
              <a:buChar char="•"/>
              <a:tabLst>
                <a:tab pos="469265" algn="l"/>
              </a:tabLst>
            </a:pPr>
            <a:r>
              <a:rPr sz="2800" dirty="0">
                <a:latin typeface="Times New Roman"/>
                <a:cs typeface="Times New Roman"/>
              </a:rPr>
              <a:t>Improves</a:t>
            </a:r>
            <a:r>
              <a:rPr sz="2800" spc="-90" dirty="0">
                <a:latin typeface="Times New Roman"/>
                <a:cs typeface="Times New Roman"/>
              </a:rPr>
              <a:t> </a:t>
            </a:r>
            <a:r>
              <a:rPr sz="2800" spc="-10" dirty="0">
                <a:latin typeface="Times New Roman"/>
                <a:cs typeface="Times New Roman"/>
              </a:rPr>
              <a:t>accuracy</a:t>
            </a:r>
            <a:endParaRPr sz="2800">
              <a:latin typeface="Times New Roman"/>
              <a:cs typeface="Times New Roman"/>
            </a:endParaRPr>
          </a:p>
          <a:p>
            <a:pPr marL="469265" indent="-456565">
              <a:lnSpc>
                <a:spcPct val="100000"/>
              </a:lnSpc>
              <a:buFont typeface="Arial MT"/>
              <a:buChar char="•"/>
              <a:tabLst>
                <a:tab pos="469265" algn="l"/>
              </a:tabLst>
            </a:pPr>
            <a:r>
              <a:rPr sz="2800" dirty="0">
                <a:latin typeface="Times New Roman"/>
                <a:cs typeface="Times New Roman"/>
              </a:rPr>
              <a:t>Easy</a:t>
            </a:r>
            <a:r>
              <a:rPr sz="2800" spc="-20" dirty="0">
                <a:latin typeface="Times New Roman"/>
                <a:cs typeface="Times New Roman"/>
              </a:rPr>
              <a:t> </a:t>
            </a:r>
            <a:r>
              <a:rPr sz="2800" dirty="0">
                <a:latin typeface="Times New Roman"/>
                <a:cs typeface="Times New Roman"/>
              </a:rPr>
              <a:t>to</a:t>
            </a:r>
            <a:r>
              <a:rPr sz="2800" spc="-20" dirty="0">
                <a:latin typeface="Times New Roman"/>
                <a:cs typeface="Times New Roman"/>
              </a:rPr>
              <a:t> </a:t>
            </a:r>
            <a:r>
              <a:rPr sz="2800" dirty="0">
                <a:latin typeface="Times New Roman"/>
                <a:cs typeface="Times New Roman"/>
              </a:rPr>
              <a:t>use</a:t>
            </a:r>
            <a:r>
              <a:rPr sz="2800" spc="-20" dirty="0">
                <a:latin typeface="Times New Roman"/>
                <a:cs typeface="Times New Roman"/>
              </a:rPr>
              <a:t> </a:t>
            </a:r>
            <a:r>
              <a:rPr sz="2800" spc="-10" dirty="0">
                <a:latin typeface="Times New Roman"/>
                <a:cs typeface="Times New Roman"/>
              </a:rPr>
              <a:t>interface</a:t>
            </a:r>
            <a:endParaRPr sz="2800">
              <a:latin typeface="Times New Roman"/>
              <a:cs typeface="Times New Roman"/>
            </a:endParaRPr>
          </a:p>
          <a:p>
            <a:pPr marL="469265" indent="-456565">
              <a:lnSpc>
                <a:spcPct val="100000"/>
              </a:lnSpc>
              <a:buFont typeface="Arial MT"/>
              <a:buChar char="•"/>
              <a:tabLst>
                <a:tab pos="469265" algn="l"/>
              </a:tabLst>
            </a:pPr>
            <a:r>
              <a:rPr sz="2800" dirty="0">
                <a:latin typeface="Times New Roman"/>
                <a:cs typeface="Times New Roman"/>
              </a:rPr>
              <a:t>Centralized</a:t>
            </a:r>
            <a:r>
              <a:rPr sz="2800" spc="-40" dirty="0">
                <a:latin typeface="Times New Roman"/>
                <a:cs typeface="Times New Roman"/>
              </a:rPr>
              <a:t> </a:t>
            </a:r>
            <a:r>
              <a:rPr sz="2800" spc="-10" dirty="0">
                <a:latin typeface="Times New Roman"/>
                <a:cs typeface="Times New Roman"/>
              </a:rPr>
              <a:t>system</a:t>
            </a:r>
            <a:endParaRPr sz="2800">
              <a:latin typeface="Times New Roman"/>
              <a:cs typeface="Times New Roman"/>
            </a:endParaRPr>
          </a:p>
          <a:p>
            <a:pPr marL="469265" indent="-456565">
              <a:lnSpc>
                <a:spcPct val="100000"/>
              </a:lnSpc>
              <a:buFont typeface="Arial MT"/>
              <a:buChar char="•"/>
              <a:tabLst>
                <a:tab pos="469265" algn="l"/>
              </a:tabLst>
            </a:pPr>
            <a:r>
              <a:rPr sz="2800" dirty="0">
                <a:latin typeface="Times New Roman"/>
                <a:cs typeface="Times New Roman"/>
              </a:rPr>
              <a:t>Saves</a:t>
            </a:r>
            <a:r>
              <a:rPr sz="2800" spc="-30" dirty="0">
                <a:latin typeface="Times New Roman"/>
                <a:cs typeface="Times New Roman"/>
              </a:rPr>
              <a:t> </a:t>
            </a:r>
            <a:r>
              <a:rPr sz="2800" spc="-20" dirty="0">
                <a:latin typeface="Times New Roman"/>
                <a:cs typeface="Times New Roman"/>
              </a:rPr>
              <a:t>time</a:t>
            </a:r>
            <a:endParaRPr sz="2800">
              <a:latin typeface="Times New Roman"/>
              <a:cs typeface="Times New Roman"/>
            </a:endParaRPr>
          </a:p>
        </p:txBody>
      </p:sp>
      <p:sp>
        <p:nvSpPr>
          <p:cNvPr id="26" name="object 26"/>
          <p:cNvSpPr txBox="1"/>
          <p:nvPr/>
        </p:nvSpPr>
        <p:spPr>
          <a:xfrm>
            <a:off x="3444240" y="4789804"/>
            <a:ext cx="1902460" cy="451484"/>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Times New Roman"/>
                <a:cs typeface="Times New Roman"/>
              </a:rPr>
              <a:t>Limitations:</a:t>
            </a:r>
            <a:endParaRPr sz="2800">
              <a:latin typeface="Times New Roman"/>
              <a:cs typeface="Times New Roman"/>
            </a:endParaRPr>
          </a:p>
        </p:txBody>
      </p:sp>
      <p:sp>
        <p:nvSpPr>
          <p:cNvPr id="27" name="object 27"/>
          <p:cNvSpPr txBox="1"/>
          <p:nvPr/>
        </p:nvSpPr>
        <p:spPr>
          <a:xfrm>
            <a:off x="3355340" y="5216525"/>
            <a:ext cx="5186045" cy="1304925"/>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2800" dirty="0">
                <a:latin typeface="Times New Roman"/>
                <a:cs typeface="Times New Roman"/>
              </a:rPr>
              <a:t>Requires</a:t>
            </a:r>
            <a:r>
              <a:rPr sz="2800" spc="-40" dirty="0">
                <a:latin typeface="Times New Roman"/>
                <a:cs typeface="Times New Roman"/>
              </a:rPr>
              <a:t> </a:t>
            </a:r>
            <a:r>
              <a:rPr sz="2800" dirty="0">
                <a:latin typeface="Times New Roman"/>
                <a:cs typeface="Times New Roman"/>
              </a:rPr>
              <a:t>internet</a:t>
            </a:r>
            <a:r>
              <a:rPr sz="2800" spc="-40" dirty="0">
                <a:latin typeface="Times New Roman"/>
                <a:cs typeface="Times New Roman"/>
              </a:rPr>
              <a:t> </a:t>
            </a:r>
            <a:r>
              <a:rPr sz="2800" spc="-10" dirty="0">
                <a:latin typeface="Times New Roman"/>
                <a:cs typeface="Times New Roman"/>
              </a:rPr>
              <a:t>connection</a:t>
            </a:r>
            <a:endParaRPr sz="2800">
              <a:latin typeface="Times New Roman"/>
              <a:cs typeface="Times New Roman"/>
            </a:endParaRPr>
          </a:p>
          <a:p>
            <a:pPr marL="469265" indent="-456565">
              <a:lnSpc>
                <a:spcPct val="100000"/>
              </a:lnSpc>
              <a:buFont typeface="Arial MT"/>
              <a:buChar char="•"/>
              <a:tabLst>
                <a:tab pos="469265" algn="l"/>
              </a:tabLst>
            </a:pPr>
            <a:r>
              <a:rPr sz="2800" dirty="0">
                <a:latin typeface="Times New Roman"/>
                <a:cs typeface="Times New Roman"/>
              </a:rPr>
              <a:t>Basic</a:t>
            </a:r>
            <a:r>
              <a:rPr sz="2800" spc="-20" dirty="0">
                <a:latin typeface="Times New Roman"/>
                <a:cs typeface="Times New Roman"/>
              </a:rPr>
              <a:t> </a:t>
            </a:r>
            <a:r>
              <a:rPr sz="2800" dirty="0">
                <a:latin typeface="Times New Roman"/>
                <a:cs typeface="Times New Roman"/>
              </a:rPr>
              <a:t>security</a:t>
            </a:r>
            <a:r>
              <a:rPr sz="2800" spc="-20" dirty="0">
                <a:latin typeface="Times New Roman"/>
                <a:cs typeface="Times New Roman"/>
              </a:rPr>
              <a:t> </a:t>
            </a:r>
            <a:r>
              <a:rPr sz="2800" dirty="0">
                <a:latin typeface="Times New Roman"/>
                <a:cs typeface="Times New Roman"/>
              </a:rPr>
              <a:t>(can</a:t>
            </a:r>
            <a:r>
              <a:rPr sz="2800" spc="-20" dirty="0">
                <a:latin typeface="Times New Roman"/>
                <a:cs typeface="Times New Roman"/>
              </a:rPr>
              <a:t> </a:t>
            </a:r>
            <a:r>
              <a:rPr sz="2800" dirty="0">
                <a:latin typeface="Times New Roman"/>
                <a:cs typeface="Times New Roman"/>
              </a:rPr>
              <a:t>be</a:t>
            </a:r>
            <a:r>
              <a:rPr sz="2800" spc="-20" dirty="0">
                <a:latin typeface="Times New Roman"/>
                <a:cs typeface="Times New Roman"/>
              </a:rPr>
              <a:t> </a:t>
            </a:r>
            <a:r>
              <a:rPr sz="2800" spc="-10" dirty="0">
                <a:latin typeface="Times New Roman"/>
                <a:cs typeface="Times New Roman"/>
              </a:rPr>
              <a:t>improved)</a:t>
            </a:r>
            <a:endParaRPr sz="2800">
              <a:latin typeface="Times New Roman"/>
              <a:cs typeface="Times New Roman"/>
            </a:endParaRPr>
          </a:p>
          <a:p>
            <a:pPr marL="469265" indent="-456565">
              <a:lnSpc>
                <a:spcPct val="100000"/>
              </a:lnSpc>
              <a:buFont typeface="Arial MT"/>
              <a:buChar char="•"/>
              <a:tabLst>
                <a:tab pos="469265" algn="l"/>
              </a:tabLst>
            </a:pPr>
            <a:r>
              <a:rPr sz="2800" dirty="0">
                <a:latin typeface="Times New Roman"/>
                <a:cs typeface="Times New Roman"/>
              </a:rPr>
              <a:t>Limited</a:t>
            </a:r>
            <a:r>
              <a:rPr sz="2800" spc="-35" dirty="0">
                <a:latin typeface="Times New Roman"/>
                <a:cs typeface="Times New Roman"/>
              </a:rPr>
              <a:t> </a:t>
            </a:r>
            <a:r>
              <a:rPr sz="2800" dirty="0">
                <a:latin typeface="Times New Roman"/>
                <a:cs typeface="Times New Roman"/>
              </a:rPr>
              <a:t>to</a:t>
            </a:r>
            <a:r>
              <a:rPr sz="2800" spc="-20" dirty="0">
                <a:latin typeface="Times New Roman"/>
                <a:cs typeface="Times New Roman"/>
              </a:rPr>
              <a:t> </a:t>
            </a:r>
            <a:r>
              <a:rPr sz="2800" spc="-10" dirty="0">
                <a:latin typeface="Times New Roman"/>
                <a:cs typeface="Times New Roman"/>
              </a:rPr>
              <a:t>campus-</a:t>
            </a:r>
            <a:r>
              <a:rPr sz="2800" dirty="0">
                <a:latin typeface="Times New Roman"/>
                <a:cs typeface="Times New Roman"/>
              </a:rPr>
              <a:t>level</a:t>
            </a:r>
            <a:r>
              <a:rPr sz="2800" spc="-20" dirty="0">
                <a:latin typeface="Times New Roman"/>
                <a:cs typeface="Times New Roman"/>
              </a:rPr>
              <a:t> </a:t>
            </a:r>
            <a:r>
              <a:rPr sz="2800" spc="-10" dirty="0">
                <a:latin typeface="Times New Roman"/>
                <a:cs typeface="Times New Roman"/>
              </a:rPr>
              <a:t>usage</a:t>
            </a:r>
            <a:endParaRPr sz="28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078095" y="4074693"/>
            <a:ext cx="7404100" cy="1726564"/>
          </a:xfrm>
          <a:prstGeom prst="rect">
            <a:avLst/>
          </a:prstGeom>
        </p:spPr>
        <p:txBody>
          <a:bodyPr vert="horz" wrap="square" lIns="0" tIns="13970" rIns="0" bIns="0" rtlCol="0">
            <a:spAutoFit/>
          </a:bodyPr>
          <a:lstStyle/>
          <a:p>
            <a:pPr marL="12700">
              <a:lnSpc>
                <a:spcPct val="100000"/>
              </a:lnSpc>
              <a:spcBef>
                <a:spcPts val="110"/>
              </a:spcBef>
            </a:pPr>
            <a:r>
              <a:rPr sz="11150" i="1" spc="185" dirty="0">
                <a:solidFill>
                  <a:srgbClr val="181818"/>
                </a:solidFill>
                <a:latin typeface="Trebuchet MS"/>
                <a:cs typeface="Trebuchet MS"/>
              </a:rPr>
              <a:t>Thank</a:t>
            </a:r>
            <a:r>
              <a:rPr sz="11150" i="1" spc="10" dirty="0">
                <a:solidFill>
                  <a:srgbClr val="181818"/>
                </a:solidFill>
                <a:latin typeface="Trebuchet MS"/>
                <a:cs typeface="Trebuchet MS"/>
              </a:rPr>
              <a:t> </a:t>
            </a:r>
            <a:r>
              <a:rPr sz="11150" i="1" spc="600" dirty="0">
                <a:solidFill>
                  <a:srgbClr val="181818"/>
                </a:solidFill>
                <a:latin typeface="Trebuchet MS"/>
                <a:cs typeface="Trebuchet MS"/>
              </a:rPr>
              <a:t>you</a:t>
            </a:r>
            <a:endParaRPr sz="1115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588</TotalTime>
  <Words>640</Words>
  <Application>Microsoft Office PowerPoint</Application>
  <PresentationFormat>Custom</PresentationFormat>
  <Paragraphs>229</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Arial MT</vt:lpstr>
      <vt:lpstr>Calibri</vt:lpstr>
      <vt:lpstr>Cambria</vt:lpstr>
      <vt:lpstr>Tahoma</vt:lpstr>
      <vt:lpstr>Times New Roman</vt:lpstr>
      <vt:lpstr>Trebuchet MS</vt:lpstr>
      <vt:lpstr>Wingdings</vt:lpstr>
      <vt:lpstr>Office Theme</vt:lpstr>
      <vt:lpstr>Vel Tech Rangarajan Dr. Sagunthala R&amp;D Institute of Science and Technology School of Computing</vt:lpstr>
      <vt:lpstr>INTRODUCTION</vt:lpstr>
      <vt:lpstr>PROBLEM STATEMENT</vt:lpstr>
      <vt:lpstr>OBJECTIVE(S)</vt:lpstr>
      <vt:lpstr>PROPOSED SYSTEM</vt:lpstr>
      <vt:lpstr>PROPOSED SYSTEM ARCHITECTURE</vt:lpstr>
      <vt:lpstr>WORKFLOW</vt:lpstr>
      <vt:lpstr>TECHNOLOGIES USED</vt:lpstr>
      <vt:lpstr>IMPLEMENTATION SCREENSHOTS</vt:lpstr>
      <vt:lpstr>IMPLEMENTATION SCREENSHOTS</vt:lpstr>
      <vt:lpstr>IMPLEMENTATION SCREENSHOTS</vt:lpstr>
      <vt:lpstr>IMPLEMENTATION SCREENSHOTS</vt:lpstr>
      <vt:lpstr>ADVANTAGES &amp; LIMITATIONS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description/>
  <cp:lastModifiedBy>Manoj Boggala</cp:lastModifiedBy>
  <cp:revision>2</cp:revision>
  <dcterms:created xsi:type="dcterms:W3CDTF">2026-05-05T18:38:27Z</dcterms:created>
  <dcterms:modified xsi:type="dcterms:W3CDTF">2026-05-06T04:27:35Z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2026-05-05T00:00:00Z</vt:filetime>
  </property>
  <property fmtid="{D5CDD505-2E9C-101B-9397-08002B2CF9AE}" pid="4" name="Creator">
    <vt:lpwstr>WPS Presentation</vt:lpwstr>
  </property>
  <property fmtid="{D5CDD505-2E9C-101B-9397-08002B2CF9AE}" pid="5" name="LastSaved">
    <vt:filetime>2026-05-05T00:00:00Z</vt:filetime>
  </property>
  <property fmtid="{D5CDD505-2E9C-101B-9397-08002B2CF9AE}" pid="6" name="SourceModified">
    <vt:lpwstr>D:20260505234537+05'30'</vt:lpwstr>
  </property>
</Properties>
</file>